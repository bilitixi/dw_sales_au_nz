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7" r:id="rId2"/>
    <p:sldId id="281" r:id="rId3"/>
    <p:sldId id="280" r:id="rId4"/>
    <p:sldId id="277" r:id="rId5"/>
    <p:sldId id="279" r:id="rId6"/>
    <p:sldId id="258" r:id="rId7"/>
    <p:sldId id="272" r:id="rId8"/>
    <p:sldId id="275" r:id="rId9"/>
    <p:sldId id="276" r:id="rId10"/>
    <p:sldId id="259" r:id="rId11"/>
    <p:sldId id="27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C539"/>
    <a:srgbClr val="20ACDB"/>
    <a:srgbClr val="66B2F8"/>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C2E4B4-44D1-5589-141F-171B3E2BA6EE}" v="351" dt="2025-05-25T13:46:09.313"/>
    <p1510:client id="{6BBF6319-45E4-867F-0085-916ABDD9549E}" v="962" dt="2025-05-25T12:57:32.513"/>
    <p1510:client id="{B0C04881-512D-C799-DBCF-08863F0E7E13}" v="465" dt="2025-05-24T00:50:57.194"/>
    <p1510:client id="{BC0FA087-BBE8-B21F-6DDA-68B4460544C4}" v="43" dt="2025-05-25T10:11:54.361"/>
    <p1510:client id="{BEF491F1-CCF2-4CBC-543C-CA8BF1FF4448}" v="1281" dt="2025-05-23T20:59:34.158"/>
    <p1510:client id="{CF0348CC-EE6B-70C2-F10D-02D6C7495FE4}" v="1" dt="2025-05-24T01:11:21.7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66" d="100"/>
          <a:sy n="66" d="100"/>
        </p:scale>
        <p:origin x="1027"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ara Iata Pimoe" userId="S::iatapn01@myunitec.ac.nz::8635f0d9-0325-4000-8f83-6abc460f2669" providerId="AD" clId="Web-{BEF491F1-CCF2-4CBC-543C-CA8BF1FF4448}"/>
    <pc:docChg chg="addSld delSld modSld">
      <pc:chgData name="Natara Iata Pimoe" userId="S::iatapn01@myunitec.ac.nz::8635f0d9-0325-4000-8f83-6abc460f2669" providerId="AD" clId="Web-{BEF491F1-CCF2-4CBC-543C-CA8BF1FF4448}" dt="2025-05-23T20:59:34.158" v="1506" actId="20577"/>
      <pc:docMkLst>
        <pc:docMk/>
      </pc:docMkLst>
      <pc:sldChg chg="addSp delSp modSp addAnim delAnim modNotes">
        <pc:chgData name="Natara Iata Pimoe" userId="S::iatapn01@myunitec.ac.nz::8635f0d9-0325-4000-8f83-6abc460f2669" providerId="AD" clId="Web-{BEF491F1-CCF2-4CBC-543C-CA8BF1FF4448}" dt="2025-05-23T20:28:12.523" v="1278" actId="1076"/>
        <pc:sldMkLst>
          <pc:docMk/>
          <pc:sldMk cId="109857222" sldId="257"/>
        </pc:sldMkLst>
        <pc:spChg chg="del mod">
          <ac:chgData name="Natara Iata Pimoe" userId="S::iatapn01@myunitec.ac.nz::8635f0d9-0325-4000-8f83-6abc460f2669" providerId="AD" clId="Web-{BEF491F1-CCF2-4CBC-543C-CA8BF1FF4448}" dt="2025-05-23T09:07:35.666" v="652"/>
          <ac:spMkLst>
            <pc:docMk/>
            <pc:sldMk cId="109857222" sldId="257"/>
            <ac:spMk id="2" creationId="{F3DAD826-38A0-D596-B05F-9E9B2811C7A0}"/>
          </ac:spMkLst>
        </pc:spChg>
        <pc:spChg chg="add del">
          <ac:chgData name="Natara Iata Pimoe" userId="S::iatapn01@myunitec.ac.nz::8635f0d9-0325-4000-8f83-6abc460f2669" providerId="AD" clId="Web-{BEF491F1-CCF2-4CBC-543C-CA8BF1FF4448}" dt="2025-05-23T07:44:33.134" v="17"/>
          <ac:spMkLst>
            <pc:docMk/>
            <pc:sldMk cId="109857222" sldId="257"/>
            <ac:spMk id="4" creationId="{2B56F0F6-D34B-334B-DFEF-E29CE7021EC1}"/>
          </ac:spMkLst>
        </pc:spChg>
        <pc:spChg chg="add del">
          <ac:chgData name="Natara Iata Pimoe" userId="S::iatapn01@myunitec.ac.nz::8635f0d9-0325-4000-8f83-6abc460f2669" providerId="AD" clId="Web-{BEF491F1-CCF2-4CBC-543C-CA8BF1FF4448}" dt="2025-05-23T08:29:39.558" v="194"/>
          <ac:spMkLst>
            <pc:docMk/>
            <pc:sldMk cId="109857222" sldId="257"/>
            <ac:spMk id="4" creationId="{5C17176D-B079-0F0A-F7E4-CACC2744C656}"/>
          </ac:spMkLst>
        </pc:spChg>
        <pc:spChg chg="add mod">
          <ac:chgData name="Natara Iata Pimoe" userId="S::iatapn01@myunitec.ac.nz::8635f0d9-0325-4000-8f83-6abc460f2669" providerId="AD" clId="Web-{BEF491F1-CCF2-4CBC-543C-CA8BF1FF4448}" dt="2025-05-23T09:09:03.121" v="700" actId="1076"/>
          <ac:spMkLst>
            <pc:docMk/>
            <pc:sldMk cId="109857222" sldId="257"/>
            <ac:spMk id="6" creationId="{24BB63E4-948F-0BED-604E-9A07971838D6}"/>
          </ac:spMkLst>
        </pc:spChg>
        <pc:spChg chg="add mod">
          <ac:chgData name="Natara Iata Pimoe" userId="S::iatapn01@myunitec.ac.nz::8635f0d9-0325-4000-8f83-6abc460f2669" providerId="AD" clId="Web-{BEF491F1-CCF2-4CBC-543C-CA8BF1FF4448}" dt="2025-05-23T09:07:59.573" v="656" actId="1076"/>
          <ac:spMkLst>
            <pc:docMk/>
            <pc:sldMk cId="109857222" sldId="257"/>
            <ac:spMk id="7" creationId="{67AEBF98-1126-ABCA-A822-ADEC5FE15CA4}"/>
          </ac:spMkLst>
        </pc:spChg>
        <pc:spChg chg="add del">
          <ac:chgData name="Natara Iata Pimoe" userId="S::iatapn01@myunitec.ac.nz::8635f0d9-0325-4000-8f83-6abc460f2669" providerId="AD" clId="Web-{BEF491F1-CCF2-4CBC-543C-CA8BF1FF4448}" dt="2025-05-23T07:44:33.134" v="16"/>
          <ac:spMkLst>
            <pc:docMk/>
            <pc:sldMk cId="109857222" sldId="257"/>
            <ac:spMk id="7" creationId="{DF8C2119-A554-9F66-961F-7F8D924B5F4C}"/>
          </ac:spMkLst>
        </pc:spChg>
        <pc:spChg chg="del">
          <ac:chgData name="Natara Iata Pimoe" userId="S::iatapn01@myunitec.ac.nz::8635f0d9-0325-4000-8f83-6abc460f2669" providerId="AD" clId="Web-{BEF491F1-CCF2-4CBC-543C-CA8BF1FF4448}" dt="2025-05-23T07:44:41.260" v="21"/>
          <ac:spMkLst>
            <pc:docMk/>
            <pc:sldMk cId="109857222" sldId="257"/>
            <ac:spMk id="8" creationId="{FA5677C6-5417-7325-7F8E-6265C0EF1E25}"/>
          </ac:spMkLst>
        </pc:spChg>
        <pc:spChg chg="add del">
          <ac:chgData name="Natara Iata Pimoe" userId="S::iatapn01@myunitec.ac.nz::8635f0d9-0325-4000-8f83-6abc460f2669" providerId="AD" clId="Web-{BEF491F1-CCF2-4CBC-543C-CA8BF1FF4448}" dt="2025-05-23T07:44:33.134" v="19"/>
          <ac:spMkLst>
            <pc:docMk/>
            <pc:sldMk cId="109857222" sldId="257"/>
            <ac:spMk id="9" creationId="{A1C291CA-9509-3E7B-10C6-0AEDD6AF13DC}"/>
          </ac:spMkLst>
        </pc:spChg>
        <pc:spChg chg="add del">
          <ac:chgData name="Natara Iata Pimoe" userId="S::iatapn01@myunitec.ac.nz::8635f0d9-0325-4000-8f83-6abc460f2669" providerId="AD" clId="Web-{BEF491F1-CCF2-4CBC-543C-CA8BF1FF4448}" dt="2025-05-23T07:44:33.134" v="18"/>
          <ac:spMkLst>
            <pc:docMk/>
            <pc:sldMk cId="109857222" sldId="257"/>
            <ac:spMk id="10" creationId="{9F89694B-53C6-ADE8-4F17-7C3B916F1C34}"/>
          </ac:spMkLst>
        </pc:spChg>
        <pc:spChg chg="del mod">
          <ac:chgData name="Natara Iata Pimoe" userId="S::iatapn01@myunitec.ac.nz::8635f0d9-0325-4000-8f83-6abc460f2669" providerId="AD" clId="Web-{BEF491F1-CCF2-4CBC-543C-CA8BF1FF4448}" dt="2025-05-23T07:44:47.760" v="24"/>
          <ac:spMkLst>
            <pc:docMk/>
            <pc:sldMk cId="109857222" sldId="257"/>
            <ac:spMk id="11" creationId="{7DB99B9F-81A1-7A2F-BD83-A0C473CE2F82}"/>
          </ac:spMkLst>
        </pc:spChg>
        <pc:spChg chg="add mod">
          <ac:chgData name="Natara Iata Pimoe" userId="S::iatapn01@myunitec.ac.nz::8635f0d9-0325-4000-8f83-6abc460f2669" providerId="AD" clId="Web-{BEF491F1-CCF2-4CBC-543C-CA8BF1FF4448}" dt="2025-05-23T09:09:03.121" v="699" actId="1076"/>
          <ac:spMkLst>
            <pc:docMk/>
            <pc:sldMk cId="109857222" sldId="257"/>
            <ac:spMk id="13" creationId="{93F1062F-BE2B-D050-EF74-D15DEDA6D45A}"/>
          </ac:spMkLst>
        </pc:spChg>
        <pc:spChg chg="del">
          <ac:chgData name="Natara Iata Pimoe" userId="S::iatapn01@myunitec.ac.nz::8635f0d9-0325-4000-8f83-6abc460f2669" providerId="AD" clId="Web-{BEF491F1-CCF2-4CBC-543C-CA8BF1FF4448}" dt="2025-05-23T07:44:41.275" v="22"/>
          <ac:spMkLst>
            <pc:docMk/>
            <pc:sldMk cId="109857222" sldId="257"/>
            <ac:spMk id="14" creationId="{A7B6E422-15EC-7845-5481-696498DA3C29}"/>
          </ac:spMkLst>
        </pc:spChg>
        <pc:spChg chg="add del mod ord">
          <ac:chgData name="Natara Iata Pimoe" userId="S::iatapn01@myunitec.ac.nz::8635f0d9-0325-4000-8f83-6abc460f2669" providerId="AD" clId="Web-{BEF491F1-CCF2-4CBC-543C-CA8BF1FF4448}" dt="2025-05-23T20:28:12.523" v="1278" actId="1076"/>
          <ac:spMkLst>
            <pc:docMk/>
            <pc:sldMk cId="109857222" sldId="257"/>
            <ac:spMk id="16" creationId="{D3D8C8B4-DF31-5CC3-4A9E-000F1D3F0B11}"/>
          </ac:spMkLst>
        </pc:spChg>
        <pc:spChg chg="add mod">
          <ac:chgData name="Natara Iata Pimoe" userId="S::iatapn01@myunitec.ac.nz::8635f0d9-0325-4000-8f83-6abc460f2669" providerId="AD" clId="Web-{BEF491F1-CCF2-4CBC-543C-CA8BF1FF4448}" dt="2025-05-23T09:09:03.121" v="698" actId="1076"/>
          <ac:spMkLst>
            <pc:docMk/>
            <pc:sldMk cId="109857222" sldId="257"/>
            <ac:spMk id="17" creationId="{47DE957F-3C56-D89D-FE22-DA43F39F99AB}"/>
          </ac:spMkLst>
        </pc:spChg>
        <pc:spChg chg="add mod">
          <ac:chgData name="Natara Iata Pimoe" userId="S::iatapn01@myunitec.ac.nz::8635f0d9-0325-4000-8f83-6abc460f2669" providerId="AD" clId="Web-{BEF491F1-CCF2-4CBC-543C-CA8BF1FF4448}" dt="2025-05-23T09:09:03.121" v="697" actId="1076"/>
          <ac:spMkLst>
            <pc:docMk/>
            <pc:sldMk cId="109857222" sldId="257"/>
            <ac:spMk id="19" creationId="{251717C2-B440-EDCA-5A92-E79ACB87BCA7}"/>
          </ac:spMkLst>
        </pc:spChg>
        <pc:spChg chg="add mod">
          <ac:chgData name="Natara Iata Pimoe" userId="S::iatapn01@myunitec.ac.nz::8635f0d9-0325-4000-8f83-6abc460f2669" providerId="AD" clId="Web-{BEF491F1-CCF2-4CBC-543C-CA8BF1FF4448}" dt="2025-05-23T09:09:03.121" v="696" actId="1076"/>
          <ac:spMkLst>
            <pc:docMk/>
            <pc:sldMk cId="109857222" sldId="257"/>
            <ac:spMk id="21" creationId="{DD822522-A372-076C-6D95-81980070ABBF}"/>
          </ac:spMkLst>
        </pc:spChg>
        <pc:spChg chg="add mod">
          <ac:chgData name="Natara Iata Pimoe" userId="S::iatapn01@myunitec.ac.nz::8635f0d9-0325-4000-8f83-6abc460f2669" providerId="AD" clId="Web-{BEF491F1-CCF2-4CBC-543C-CA8BF1FF4448}" dt="2025-05-23T09:09:03.106" v="695" actId="1076"/>
          <ac:spMkLst>
            <pc:docMk/>
            <pc:sldMk cId="109857222" sldId="257"/>
            <ac:spMk id="23" creationId="{925D04B5-C77D-A8D7-CF79-03E278FCFE42}"/>
          </ac:spMkLst>
        </pc:spChg>
        <pc:picChg chg="add mod ord modCrop">
          <ac:chgData name="Natara Iata Pimoe" userId="S::iatapn01@myunitec.ac.nz::8635f0d9-0325-4000-8f83-6abc460f2669" providerId="AD" clId="Web-{BEF491F1-CCF2-4CBC-543C-CA8BF1FF4448}" dt="2025-05-23T09:09:23.981" v="701" actId="14100"/>
          <ac:picMkLst>
            <pc:docMk/>
            <pc:sldMk cId="109857222" sldId="257"/>
            <ac:picMk id="3" creationId="{EC10E17A-7D86-7519-015C-44EB58BE18DE}"/>
          </ac:picMkLst>
        </pc:picChg>
      </pc:sldChg>
      <pc:sldChg chg="addSp delSp modSp addAnim delAnim modNotes">
        <pc:chgData name="Natara Iata Pimoe" userId="S::iatapn01@myunitec.ac.nz::8635f0d9-0325-4000-8f83-6abc460f2669" providerId="AD" clId="Web-{BEF491F1-CCF2-4CBC-543C-CA8BF1FF4448}" dt="2025-05-23T20:59:34.158" v="1506" actId="20577"/>
        <pc:sldMkLst>
          <pc:docMk/>
          <pc:sldMk cId="274870595" sldId="258"/>
        </pc:sldMkLst>
        <pc:spChg chg="mod">
          <ac:chgData name="Natara Iata Pimoe" userId="S::iatapn01@myunitec.ac.nz::8635f0d9-0325-4000-8f83-6abc460f2669" providerId="AD" clId="Web-{BEF491F1-CCF2-4CBC-543C-CA8BF1FF4448}" dt="2025-05-23T19:53:10.336" v="961" actId="1076"/>
          <ac:spMkLst>
            <pc:docMk/>
            <pc:sldMk cId="274870595" sldId="258"/>
            <ac:spMk id="3" creationId="{139D3209-F965-CEA3-7318-4F7FC18398C3}"/>
          </ac:spMkLst>
        </pc:spChg>
        <pc:spChg chg="mod">
          <ac:chgData name="Natara Iata Pimoe" userId="S::iatapn01@myunitec.ac.nz::8635f0d9-0325-4000-8f83-6abc460f2669" providerId="AD" clId="Web-{BEF491F1-CCF2-4CBC-543C-CA8BF1FF4448}" dt="2025-05-23T20:59:34.158" v="1506" actId="20577"/>
          <ac:spMkLst>
            <pc:docMk/>
            <pc:sldMk cId="274870595" sldId="258"/>
            <ac:spMk id="4" creationId="{2B56F0F6-D34B-334B-DFEF-E29CE7021EC1}"/>
          </ac:spMkLst>
        </pc:spChg>
        <pc:spChg chg="mod ord">
          <ac:chgData name="Natara Iata Pimoe" userId="S::iatapn01@myunitec.ac.nz::8635f0d9-0325-4000-8f83-6abc460f2669" providerId="AD" clId="Web-{BEF491F1-CCF2-4CBC-543C-CA8BF1FF4448}" dt="2025-05-23T20:10:59.562" v="1061"/>
          <ac:spMkLst>
            <pc:docMk/>
            <pc:sldMk cId="274870595" sldId="258"/>
            <ac:spMk id="5" creationId="{F3DAD826-38A0-D596-B05F-9E9B2811C7A0}"/>
          </ac:spMkLst>
        </pc:spChg>
        <pc:spChg chg="mod">
          <ac:chgData name="Natara Iata Pimoe" userId="S::iatapn01@myunitec.ac.nz::8635f0d9-0325-4000-8f83-6abc460f2669" providerId="AD" clId="Web-{BEF491F1-CCF2-4CBC-543C-CA8BF1FF4448}" dt="2025-05-23T20:59:30.783" v="1504" actId="20577"/>
          <ac:spMkLst>
            <pc:docMk/>
            <pc:sldMk cId="274870595" sldId="258"/>
            <ac:spMk id="7" creationId="{DF8C2119-A554-9F66-961F-7F8D924B5F4C}"/>
          </ac:spMkLst>
        </pc:spChg>
        <pc:spChg chg="mod">
          <ac:chgData name="Natara Iata Pimoe" userId="S::iatapn01@myunitec.ac.nz::8635f0d9-0325-4000-8f83-6abc460f2669" providerId="AD" clId="Web-{BEF491F1-CCF2-4CBC-543C-CA8BF1FF4448}" dt="2025-05-23T20:59:27.017" v="1503" actId="20577"/>
          <ac:spMkLst>
            <pc:docMk/>
            <pc:sldMk cId="274870595" sldId="258"/>
            <ac:spMk id="8" creationId="{FA5677C6-5417-7325-7F8E-6265C0EF1E25}"/>
          </ac:spMkLst>
        </pc:spChg>
        <pc:spChg chg="mod">
          <ac:chgData name="Natara Iata Pimoe" userId="S::iatapn01@myunitec.ac.nz::8635f0d9-0325-4000-8f83-6abc460f2669" providerId="AD" clId="Web-{BEF491F1-CCF2-4CBC-543C-CA8BF1FF4448}" dt="2025-05-23T19:53:19.476" v="962" actId="14100"/>
          <ac:spMkLst>
            <pc:docMk/>
            <pc:sldMk cId="274870595" sldId="258"/>
            <ac:spMk id="9" creationId="{A1C291CA-9509-3E7B-10C6-0AEDD6AF13DC}"/>
          </ac:spMkLst>
        </pc:spChg>
        <pc:spChg chg="mod">
          <ac:chgData name="Natara Iata Pimoe" userId="S::iatapn01@myunitec.ac.nz::8635f0d9-0325-4000-8f83-6abc460f2669" providerId="AD" clId="Web-{BEF491F1-CCF2-4CBC-543C-CA8BF1FF4448}" dt="2025-05-23T20:07:34.967" v="994" actId="1076"/>
          <ac:spMkLst>
            <pc:docMk/>
            <pc:sldMk cId="274870595" sldId="258"/>
            <ac:spMk id="10" creationId="{9F89694B-53C6-ADE8-4F17-7C3B916F1C34}"/>
          </ac:spMkLst>
        </pc:spChg>
        <pc:spChg chg="mod">
          <ac:chgData name="Natara Iata Pimoe" userId="S::iatapn01@myunitec.ac.nz::8635f0d9-0325-4000-8f83-6abc460f2669" providerId="AD" clId="Web-{BEF491F1-CCF2-4CBC-543C-CA8BF1FF4448}" dt="2025-05-23T20:21:02.028" v="1174" actId="20577"/>
          <ac:spMkLst>
            <pc:docMk/>
            <pc:sldMk cId="274870595" sldId="258"/>
            <ac:spMk id="11" creationId="{7DB99B9F-81A1-7A2F-BD83-A0C473CE2F82}"/>
          </ac:spMkLst>
        </pc:spChg>
        <pc:spChg chg="add del">
          <ac:chgData name="Natara Iata Pimoe" userId="S::iatapn01@myunitec.ac.nz::8635f0d9-0325-4000-8f83-6abc460f2669" providerId="AD" clId="Web-{BEF491F1-CCF2-4CBC-543C-CA8BF1FF4448}" dt="2025-05-23T19:30:20.505" v="731"/>
          <ac:spMkLst>
            <pc:docMk/>
            <pc:sldMk cId="274870595" sldId="258"/>
            <ac:spMk id="12" creationId="{3D05B56C-CFA2-CB48-651E-563984F26F98}"/>
          </ac:spMkLst>
        </pc:spChg>
        <pc:spChg chg="mod ord">
          <ac:chgData name="Natara Iata Pimoe" userId="S::iatapn01@myunitec.ac.nz::8635f0d9-0325-4000-8f83-6abc460f2669" providerId="AD" clId="Web-{BEF491F1-CCF2-4CBC-543C-CA8BF1FF4448}" dt="2025-05-23T20:07:08.388" v="985" actId="14100"/>
          <ac:spMkLst>
            <pc:docMk/>
            <pc:sldMk cId="274870595" sldId="258"/>
            <ac:spMk id="14" creationId="{A7B6E422-15EC-7845-5481-696498DA3C29}"/>
          </ac:spMkLst>
        </pc:spChg>
        <pc:spChg chg="add del">
          <ac:chgData name="Natara Iata Pimoe" userId="S::iatapn01@myunitec.ac.nz::8635f0d9-0325-4000-8f83-6abc460f2669" providerId="AD" clId="Web-{BEF491F1-CCF2-4CBC-543C-CA8BF1FF4448}" dt="2025-05-23T19:30:20.490" v="730"/>
          <ac:spMkLst>
            <pc:docMk/>
            <pc:sldMk cId="274870595" sldId="258"/>
            <ac:spMk id="15" creationId="{D3793122-C328-0702-9145-7EB3EEF7F06A}"/>
          </ac:spMkLst>
        </pc:spChg>
        <pc:spChg chg="add del">
          <ac:chgData name="Natara Iata Pimoe" userId="S::iatapn01@myunitec.ac.nz::8635f0d9-0325-4000-8f83-6abc460f2669" providerId="AD" clId="Web-{BEF491F1-CCF2-4CBC-543C-CA8BF1FF4448}" dt="2025-05-23T19:30:20.490" v="729"/>
          <ac:spMkLst>
            <pc:docMk/>
            <pc:sldMk cId="274870595" sldId="258"/>
            <ac:spMk id="17" creationId="{A31A729A-E65C-03A7-FA5D-1668B00C1D7B}"/>
          </ac:spMkLst>
        </pc:spChg>
        <pc:spChg chg="add del">
          <ac:chgData name="Natara Iata Pimoe" userId="S::iatapn01@myunitec.ac.nz::8635f0d9-0325-4000-8f83-6abc460f2669" providerId="AD" clId="Web-{BEF491F1-CCF2-4CBC-543C-CA8BF1FF4448}" dt="2025-05-23T19:30:20.490" v="728"/>
          <ac:spMkLst>
            <pc:docMk/>
            <pc:sldMk cId="274870595" sldId="258"/>
            <ac:spMk id="18" creationId="{33FA9A4B-CCD2-5136-E686-6B9D55324977}"/>
          </ac:spMkLst>
        </pc:spChg>
        <pc:spChg chg="add del">
          <ac:chgData name="Natara Iata Pimoe" userId="S::iatapn01@myunitec.ac.nz::8635f0d9-0325-4000-8f83-6abc460f2669" providerId="AD" clId="Web-{BEF491F1-CCF2-4CBC-543C-CA8BF1FF4448}" dt="2025-05-23T19:30:20.490" v="727"/>
          <ac:spMkLst>
            <pc:docMk/>
            <pc:sldMk cId="274870595" sldId="258"/>
            <ac:spMk id="19" creationId="{E94912D8-6074-44A7-2989-C63E5FEFE529}"/>
          </ac:spMkLst>
        </pc:spChg>
        <pc:spChg chg="add del">
          <ac:chgData name="Natara Iata Pimoe" userId="S::iatapn01@myunitec.ac.nz::8635f0d9-0325-4000-8f83-6abc460f2669" providerId="AD" clId="Web-{BEF491F1-CCF2-4CBC-543C-CA8BF1FF4448}" dt="2025-05-23T19:30:20.490" v="726"/>
          <ac:spMkLst>
            <pc:docMk/>
            <pc:sldMk cId="274870595" sldId="258"/>
            <ac:spMk id="20" creationId="{05632B5A-EBF8-BB8E-5051-42A4E737755C}"/>
          </ac:spMkLst>
        </pc:spChg>
        <pc:spChg chg="add mod">
          <ac:chgData name="Natara Iata Pimoe" userId="S::iatapn01@myunitec.ac.nz::8635f0d9-0325-4000-8f83-6abc460f2669" providerId="AD" clId="Web-{BEF491F1-CCF2-4CBC-543C-CA8BF1FF4448}" dt="2025-05-23T20:19:59.371" v="1163" actId="20577"/>
          <ac:spMkLst>
            <pc:docMk/>
            <pc:sldMk cId="274870595" sldId="258"/>
            <ac:spMk id="22" creationId="{2107DE2A-B183-FEDF-E1EF-22AC583B3F9B}"/>
          </ac:spMkLst>
        </pc:spChg>
        <pc:spChg chg="add del mod">
          <ac:chgData name="Natara Iata Pimoe" userId="S::iatapn01@myunitec.ac.nz::8635f0d9-0325-4000-8f83-6abc460f2669" providerId="AD" clId="Web-{BEF491F1-CCF2-4CBC-543C-CA8BF1FF4448}" dt="2025-05-23T19:47:04.175" v="887"/>
          <ac:spMkLst>
            <pc:docMk/>
            <pc:sldMk cId="274870595" sldId="258"/>
            <ac:spMk id="24" creationId="{B9E87DA7-23A9-836C-9B10-C1916901170E}"/>
          </ac:spMkLst>
        </pc:spChg>
        <pc:spChg chg="add del mod">
          <ac:chgData name="Natara Iata Pimoe" userId="S::iatapn01@myunitec.ac.nz::8635f0d9-0325-4000-8f83-6abc460f2669" providerId="AD" clId="Web-{BEF491F1-CCF2-4CBC-543C-CA8BF1FF4448}" dt="2025-05-23T19:31:03.850" v="769"/>
          <ac:spMkLst>
            <pc:docMk/>
            <pc:sldMk cId="274870595" sldId="258"/>
            <ac:spMk id="26" creationId="{21B25FD2-48C7-D04D-5315-E879C6F04139}"/>
          </ac:spMkLst>
        </pc:spChg>
        <pc:spChg chg="add mod">
          <ac:chgData name="Natara Iata Pimoe" userId="S::iatapn01@myunitec.ac.nz::8635f0d9-0325-4000-8f83-6abc460f2669" providerId="AD" clId="Web-{BEF491F1-CCF2-4CBC-543C-CA8BF1FF4448}" dt="2025-05-23T20:59:19.267" v="1499" actId="20577"/>
          <ac:spMkLst>
            <pc:docMk/>
            <pc:sldMk cId="274870595" sldId="258"/>
            <ac:spMk id="27" creationId="{6D4EB17B-C684-D92A-C764-0A41C4E9981A}"/>
          </ac:spMkLst>
        </pc:spChg>
        <pc:spChg chg="add del mod">
          <ac:chgData name="Natara Iata Pimoe" userId="S::iatapn01@myunitec.ac.nz::8635f0d9-0325-4000-8f83-6abc460f2669" providerId="AD" clId="Web-{BEF491F1-CCF2-4CBC-543C-CA8BF1FF4448}" dt="2025-05-23T19:47:04.160" v="886"/>
          <ac:spMkLst>
            <pc:docMk/>
            <pc:sldMk cId="274870595" sldId="258"/>
            <ac:spMk id="28" creationId="{40CD9790-9DCC-5E91-FEEC-056E80BB4D0B}"/>
          </ac:spMkLst>
        </pc:spChg>
        <pc:spChg chg="add del mod">
          <ac:chgData name="Natara Iata Pimoe" userId="S::iatapn01@myunitec.ac.nz::8635f0d9-0325-4000-8f83-6abc460f2669" providerId="AD" clId="Web-{BEF491F1-CCF2-4CBC-543C-CA8BF1FF4448}" dt="2025-05-23T19:31:03.850" v="768"/>
          <ac:spMkLst>
            <pc:docMk/>
            <pc:sldMk cId="274870595" sldId="258"/>
            <ac:spMk id="29" creationId="{26911655-EDFA-3642-A82B-1EE410D4F29C}"/>
          </ac:spMkLst>
        </pc:spChg>
        <pc:spChg chg="add mod">
          <ac:chgData name="Natara Iata Pimoe" userId="S::iatapn01@myunitec.ac.nz::8635f0d9-0325-4000-8f83-6abc460f2669" providerId="AD" clId="Web-{BEF491F1-CCF2-4CBC-543C-CA8BF1FF4448}" dt="2025-05-23T20:21:34.451" v="1177" actId="14100"/>
          <ac:spMkLst>
            <pc:docMk/>
            <pc:sldMk cId="274870595" sldId="258"/>
            <ac:spMk id="33" creationId="{A33F2822-1DD8-A8CF-7A78-38BA65E980F8}"/>
          </ac:spMkLst>
        </pc:spChg>
        <pc:picChg chg="del">
          <ac:chgData name="Natara Iata Pimoe" userId="S::iatapn01@myunitec.ac.nz::8635f0d9-0325-4000-8f83-6abc460f2669" providerId="AD" clId="Web-{BEF491F1-CCF2-4CBC-543C-CA8BF1FF4448}" dt="2025-05-23T19:39:43.197" v="872"/>
          <ac:picMkLst>
            <pc:docMk/>
            <pc:sldMk cId="274870595" sldId="258"/>
            <ac:picMk id="6" creationId="{838B06D6-2CD7-68B3-8E4C-9091D51BC237}"/>
          </ac:picMkLst>
        </pc:picChg>
        <pc:picChg chg="add del mod modCrop">
          <ac:chgData name="Natara Iata Pimoe" userId="S::iatapn01@myunitec.ac.nz::8635f0d9-0325-4000-8f83-6abc460f2669" providerId="AD" clId="Web-{BEF491F1-CCF2-4CBC-543C-CA8BF1FF4448}" dt="2025-05-23T20:06:04.606" v="976"/>
          <ac:picMkLst>
            <pc:docMk/>
            <pc:sldMk cId="274870595" sldId="258"/>
            <ac:picMk id="30" creationId="{AD58E936-8397-1B12-825E-3B96F9E522A7}"/>
          </ac:picMkLst>
        </pc:picChg>
        <pc:picChg chg="add mod modCrop">
          <ac:chgData name="Natara Iata Pimoe" userId="S::iatapn01@myunitec.ac.nz::8635f0d9-0325-4000-8f83-6abc460f2669" providerId="AD" clId="Web-{BEF491F1-CCF2-4CBC-543C-CA8BF1FF4448}" dt="2025-05-23T20:15:21.911" v="1114"/>
          <ac:picMkLst>
            <pc:docMk/>
            <pc:sldMk cId="274870595" sldId="258"/>
            <ac:picMk id="31" creationId="{B8FBCE76-3831-3D00-2A65-C86F87D56190}"/>
          </ac:picMkLst>
        </pc:picChg>
        <pc:picChg chg="add del">
          <ac:chgData name="Natara Iata Pimoe" userId="S::iatapn01@myunitec.ac.nz::8635f0d9-0325-4000-8f83-6abc460f2669" providerId="AD" clId="Web-{BEF491F1-CCF2-4CBC-543C-CA8BF1FF4448}" dt="2025-05-23T20:15:14.146" v="1112"/>
          <ac:picMkLst>
            <pc:docMk/>
            <pc:sldMk cId="274870595" sldId="258"/>
            <ac:picMk id="32" creationId="{BA14BEFA-C06D-EFEC-75C4-57CBF921CAEC}"/>
          </ac:picMkLst>
        </pc:picChg>
      </pc:sldChg>
      <pc:sldChg chg="addSp delSp modSp modNotes">
        <pc:chgData name="Natara Iata Pimoe" userId="S::iatapn01@myunitec.ac.nz::8635f0d9-0325-4000-8f83-6abc460f2669" providerId="AD" clId="Web-{BEF491F1-CCF2-4CBC-543C-CA8BF1FF4448}" dt="2025-05-23T20:54:20.291" v="1474" actId="14100"/>
        <pc:sldMkLst>
          <pc:docMk/>
          <pc:sldMk cId="3986819710" sldId="259"/>
        </pc:sldMkLst>
        <pc:spChg chg="mod">
          <ac:chgData name="Natara Iata Pimoe" userId="S::iatapn01@myunitec.ac.nz::8635f0d9-0325-4000-8f83-6abc460f2669" providerId="AD" clId="Web-{BEF491F1-CCF2-4CBC-543C-CA8BF1FF4448}" dt="2025-05-23T20:47:45.142" v="1425" actId="1076"/>
          <ac:spMkLst>
            <pc:docMk/>
            <pc:sldMk cId="3986819710" sldId="259"/>
            <ac:spMk id="2" creationId="{F3DAD826-38A0-D596-B05F-9E9B2811C7A0}"/>
          </ac:spMkLst>
        </pc:spChg>
        <pc:spChg chg="mod">
          <ac:chgData name="Natara Iata Pimoe" userId="S::iatapn01@myunitec.ac.nz::8635f0d9-0325-4000-8f83-6abc460f2669" providerId="AD" clId="Web-{BEF491F1-CCF2-4CBC-543C-CA8BF1FF4448}" dt="2025-05-23T20:54:20.291" v="1474" actId="14100"/>
          <ac:spMkLst>
            <pc:docMk/>
            <pc:sldMk cId="3986819710" sldId="259"/>
            <ac:spMk id="3" creationId="{139D3209-F965-CEA3-7318-4F7FC18398C3}"/>
          </ac:spMkLst>
        </pc:spChg>
        <pc:spChg chg="mod">
          <ac:chgData name="Natara Iata Pimoe" userId="S::iatapn01@myunitec.ac.nz::8635f0d9-0325-4000-8f83-6abc460f2669" providerId="AD" clId="Web-{BEF491F1-CCF2-4CBC-543C-CA8BF1FF4448}" dt="2025-05-23T20:40:33.354" v="1396" actId="20577"/>
          <ac:spMkLst>
            <pc:docMk/>
            <pc:sldMk cId="3986819710" sldId="259"/>
            <ac:spMk id="4" creationId="{2B56F0F6-D34B-334B-DFEF-E29CE7021EC1}"/>
          </ac:spMkLst>
        </pc:spChg>
        <pc:spChg chg="mod">
          <ac:chgData name="Natara Iata Pimoe" userId="S::iatapn01@myunitec.ac.nz::8635f0d9-0325-4000-8f83-6abc460f2669" providerId="AD" clId="Web-{BEF491F1-CCF2-4CBC-543C-CA8BF1FF4448}" dt="2025-05-23T20:46:01.433" v="1417" actId="20577"/>
          <ac:spMkLst>
            <pc:docMk/>
            <pc:sldMk cId="3986819710" sldId="259"/>
            <ac:spMk id="7" creationId="{DF8C2119-A554-9F66-961F-7F8D924B5F4C}"/>
          </ac:spMkLst>
        </pc:spChg>
        <pc:spChg chg="mod">
          <ac:chgData name="Natara Iata Pimoe" userId="S::iatapn01@myunitec.ac.nz::8635f0d9-0325-4000-8f83-6abc460f2669" providerId="AD" clId="Web-{BEF491F1-CCF2-4CBC-543C-CA8BF1FF4448}" dt="2025-05-23T20:45:59.090" v="1416" actId="20577"/>
          <ac:spMkLst>
            <pc:docMk/>
            <pc:sldMk cId="3986819710" sldId="259"/>
            <ac:spMk id="8" creationId="{FA5677C6-5417-7325-7F8E-6265C0EF1E25}"/>
          </ac:spMkLst>
        </pc:spChg>
        <pc:spChg chg="mod">
          <ac:chgData name="Natara Iata Pimoe" userId="S::iatapn01@myunitec.ac.nz::8635f0d9-0325-4000-8f83-6abc460f2669" providerId="AD" clId="Web-{BEF491F1-CCF2-4CBC-543C-CA8BF1FF4448}" dt="2025-05-23T20:53:58.963" v="1472" actId="20577"/>
          <ac:spMkLst>
            <pc:docMk/>
            <pc:sldMk cId="3986819710" sldId="259"/>
            <ac:spMk id="9" creationId="{A1C291CA-9509-3E7B-10C6-0AEDD6AF13DC}"/>
          </ac:spMkLst>
        </pc:spChg>
        <pc:spChg chg="mod">
          <ac:chgData name="Natara Iata Pimoe" userId="S::iatapn01@myunitec.ac.nz::8635f0d9-0325-4000-8f83-6abc460f2669" providerId="AD" clId="Web-{BEF491F1-CCF2-4CBC-543C-CA8BF1FF4448}" dt="2025-05-23T20:39:11.368" v="1380" actId="20577"/>
          <ac:spMkLst>
            <pc:docMk/>
            <pc:sldMk cId="3986819710" sldId="259"/>
            <ac:spMk id="10" creationId="{9F89694B-53C6-ADE8-4F17-7C3B916F1C34}"/>
          </ac:spMkLst>
        </pc:spChg>
        <pc:spChg chg="mod">
          <ac:chgData name="Natara Iata Pimoe" userId="S::iatapn01@myunitec.ac.nz::8635f0d9-0325-4000-8f83-6abc460f2669" providerId="AD" clId="Web-{BEF491F1-CCF2-4CBC-543C-CA8BF1FF4448}" dt="2025-05-23T20:41:12.152" v="1401" actId="20577"/>
          <ac:spMkLst>
            <pc:docMk/>
            <pc:sldMk cId="3986819710" sldId="259"/>
            <ac:spMk id="11" creationId="{7DB99B9F-81A1-7A2F-BD83-A0C473CE2F82}"/>
          </ac:spMkLst>
        </pc:spChg>
        <pc:spChg chg="mod">
          <ac:chgData name="Natara Iata Pimoe" userId="S::iatapn01@myunitec.ac.nz::8635f0d9-0325-4000-8f83-6abc460f2669" providerId="AD" clId="Web-{BEF491F1-CCF2-4CBC-543C-CA8BF1FF4448}" dt="2025-05-23T20:45:41.574" v="1414" actId="1076"/>
          <ac:spMkLst>
            <pc:docMk/>
            <pc:sldMk cId="3986819710" sldId="259"/>
            <ac:spMk id="14" creationId="{A7B6E422-15EC-7845-5481-696498DA3C29}"/>
          </ac:spMkLst>
        </pc:spChg>
        <pc:picChg chg="add del mod modCrop">
          <ac:chgData name="Natara Iata Pimoe" userId="S::iatapn01@myunitec.ac.nz::8635f0d9-0325-4000-8f83-6abc460f2669" providerId="AD" clId="Web-{BEF491F1-CCF2-4CBC-543C-CA8BF1FF4448}" dt="2025-05-23T20:47:09.876" v="1421"/>
          <ac:picMkLst>
            <pc:docMk/>
            <pc:sldMk cId="3986819710" sldId="259"/>
            <ac:picMk id="5" creationId="{895570C1-98C5-FC4A-9AE6-0B0BC50D51A9}"/>
          </ac:picMkLst>
        </pc:picChg>
        <pc:picChg chg="del">
          <ac:chgData name="Natara Iata Pimoe" userId="S::iatapn01@myunitec.ac.nz::8635f0d9-0325-4000-8f83-6abc460f2669" providerId="AD" clId="Web-{BEF491F1-CCF2-4CBC-543C-CA8BF1FF4448}" dt="2025-05-23T20:44:27.181" v="1402"/>
          <ac:picMkLst>
            <pc:docMk/>
            <pc:sldMk cId="3986819710" sldId="259"/>
            <ac:picMk id="6" creationId="{57EE4BFB-767D-96B7-329B-CD35CCCD9510}"/>
          </ac:picMkLst>
        </pc:picChg>
        <pc:picChg chg="add del mod modCrop">
          <ac:chgData name="Natara Iata Pimoe" userId="S::iatapn01@myunitec.ac.nz::8635f0d9-0325-4000-8f83-6abc460f2669" providerId="AD" clId="Web-{BEF491F1-CCF2-4CBC-543C-CA8BF1FF4448}" dt="2025-05-23T20:48:06.940" v="1427"/>
          <ac:picMkLst>
            <pc:docMk/>
            <pc:sldMk cId="3986819710" sldId="259"/>
            <ac:picMk id="12" creationId="{24498D93-4A07-5548-994D-8ED7A64847DF}"/>
          </ac:picMkLst>
        </pc:picChg>
        <pc:picChg chg="add del mod">
          <ac:chgData name="Natara Iata Pimoe" userId="S::iatapn01@myunitec.ac.nz::8635f0d9-0325-4000-8f83-6abc460f2669" providerId="AD" clId="Web-{BEF491F1-CCF2-4CBC-543C-CA8BF1FF4448}" dt="2025-05-23T20:48:26.393" v="1429"/>
          <ac:picMkLst>
            <pc:docMk/>
            <pc:sldMk cId="3986819710" sldId="259"/>
            <ac:picMk id="13" creationId="{BBD1806F-4E17-519C-79B1-715828377FD3}"/>
          </ac:picMkLst>
        </pc:picChg>
        <pc:picChg chg="add mod modCrop">
          <ac:chgData name="Natara Iata Pimoe" userId="S::iatapn01@myunitec.ac.nz::8635f0d9-0325-4000-8f83-6abc460f2669" providerId="AD" clId="Web-{BEF491F1-CCF2-4CBC-543C-CA8BF1FF4448}" dt="2025-05-23T20:49:50.598" v="1439" actId="14100"/>
          <ac:picMkLst>
            <pc:docMk/>
            <pc:sldMk cId="3986819710" sldId="259"/>
            <ac:picMk id="15" creationId="{2F445886-20B2-5289-2BB6-02D37CDADE56}"/>
          </ac:picMkLst>
        </pc:picChg>
      </pc:sldChg>
      <pc:sldChg chg="modSp del">
        <pc:chgData name="Natara Iata Pimoe" userId="S::iatapn01@myunitec.ac.nz::8635f0d9-0325-4000-8f83-6abc460f2669" providerId="AD" clId="Web-{BEF491F1-CCF2-4CBC-543C-CA8BF1FF4448}" dt="2025-05-23T20:27:32.037" v="1271"/>
        <pc:sldMkLst>
          <pc:docMk/>
          <pc:sldMk cId="1334093257" sldId="267"/>
        </pc:sldMkLst>
        <pc:spChg chg="mod">
          <ac:chgData name="Natara Iata Pimoe" userId="S::iatapn01@myunitec.ac.nz::8635f0d9-0325-4000-8f83-6abc460f2669" providerId="AD" clId="Web-{BEF491F1-CCF2-4CBC-543C-CA8BF1FF4448}" dt="2025-05-23T20:27:21.396" v="1270" actId="20577"/>
          <ac:spMkLst>
            <pc:docMk/>
            <pc:sldMk cId="1334093257" sldId="267"/>
            <ac:spMk id="3" creationId="{233CF578-69A6-816D-3B41-221AA6F46279}"/>
          </ac:spMkLst>
        </pc:spChg>
      </pc:sldChg>
      <pc:sldChg chg="del">
        <pc:chgData name="Natara Iata Pimoe" userId="S::iatapn01@myunitec.ac.nz::8635f0d9-0325-4000-8f83-6abc460f2669" providerId="AD" clId="Web-{BEF491F1-CCF2-4CBC-543C-CA8BF1FF4448}" dt="2025-05-23T20:25:51.957" v="1264"/>
        <pc:sldMkLst>
          <pc:docMk/>
          <pc:sldMk cId="3461478329" sldId="268"/>
        </pc:sldMkLst>
      </pc:sldChg>
      <pc:sldChg chg="modSp add replId">
        <pc:chgData name="Natara Iata Pimoe" userId="S::iatapn01@myunitec.ac.nz::8635f0d9-0325-4000-8f83-6abc460f2669" providerId="AD" clId="Web-{BEF491F1-CCF2-4CBC-543C-CA8BF1FF4448}" dt="2025-05-23T20:57:50.968" v="1483" actId="20577"/>
        <pc:sldMkLst>
          <pc:docMk/>
          <pc:sldMk cId="3525842286" sldId="271"/>
        </pc:sldMkLst>
        <pc:spChg chg="mod">
          <ac:chgData name="Natara Iata Pimoe" userId="S::iatapn01@myunitec.ac.nz::8635f0d9-0325-4000-8f83-6abc460f2669" providerId="AD" clId="Web-{BEF491F1-CCF2-4CBC-543C-CA8BF1FF4448}" dt="2025-05-23T20:57:50.968" v="1483" actId="20577"/>
          <ac:spMkLst>
            <pc:docMk/>
            <pc:sldMk cId="3525842286" sldId="271"/>
            <ac:spMk id="3" creationId="{975BBD0C-3111-88BE-8CB7-D982DDE28E26}"/>
          </ac:spMkLst>
        </pc:spChg>
      </pc:sldChg>
    </pc:docChg>
  </pc:docChgLst>
  <pc:docChgLst>
    <pc:chgData name="Natara Iata Pimoe" userId="S::iatapn01@myunitec.ac.nz::8635f0d9-0325-4000-8f83-6abc460f2669" providerId="AD" clId="Web-{23B1A155-DD8E-CBB0-AE34-7C053F28682A}"/>
    <pc:docChg chg="addSld delSld">
      <pc:chgData name="Natara Iata Pimoe" userId="S::iatapn01@myunitec.ac.nz::8635f0d9-0325-4000-8f83-6abc460f2669" providerId="AD" clId="Web-{23B1A155-DD8E-CBB0-AE34-7C053F28682A}" dt="2025-05-23T01:18:54.831" v="12"/>
      <pc:docMkLst>
        <pc:docMk/>
      </pc:docMkLst>
      <pc:sldChg chg="del">
        <pc:chgData name="Natara Iata Pimoe" userId="S::iatapn01@myunitec.ac.nz::8635f0d9-0325-4000-8f83-6abc460f2669" providerId="AD" clId="Web-{23B1A155-DD8E-CBB0-AE34-7C053F28682A}" dt="2025-05-23T01:18:41.768" v="0"/>
        <pc:sldMkLst>
          <pc:docMk/>
          <pc:sldMk cId="109857222" sldId="256"/>
        </pc:sldMkLst>
      </pc:sldChg>
      <pc:sldChg chg="new del">
        <pc:chgData name="Natara Iata Pimoe" userId="S::iatapn01@myunitec.ac.nz::8635f0d9-0325-4000-8f83-6abc460f2669" providerId="AD" clId="Web-{23B1A155-DD8E-CBB0-AE34-7C053F28682A}" dt="2025-05-23T01:18:54.831" v="12"/>
        <pc:sldMkLst>
          <pc:docMk/>
          <pc:sldMk cId="2243614468" sldId="256"/>
        </pc:sldMkLst>
      </pc:sldChg>
      <pc:sldChg chg="add">
        <pc:chgData name="Natara Iata Pimoe" userId="S::iatapn01@myunitec.ac.nz::8635f0d9-0325-4000-8f83-6abc460f2669" providerId="AD" clId="Web-{23B1A155-DD8E-CBB0-AE34-7C053F28682A}" dt="2025-05-23T01:18:47.862" v="2"/>
        <pc:sldMkLst>
          <pc:docMk/>
          <pc:sldMk cId="109857222" sldId="257"/>
        </pc:sldMkLst>
      </pc:sldChg>
      <pc:sldChg chg="add">
        <pc:chgData name="Natara Iata Pimoe" userId="S::iatapn01@myunitec.ac.nz::8635f0d9-0325-4000-8f83-6abc460f2669" providerId="AD" clId="Web-{23B1A155-DD8E-CBB0-AE34-7C053F28682A}" dt="2025-05-23T01:18:47.878" v="3"/>
        <pc:sldMkLst>
          <pc:docMk/>
          <pc:sldMk cId="274870595" sldId="258"/>
        </pc:sldMkLst>
      </pc:sldChg>
      <pc:sldChg chg="add">
        <pc:chgData name="Natara Iata Pimoe" userId="S::iatapn01@myunitec.ac.nz::8635f0d9-0325-4000-8f83-6abc460f2669" providerId="AD" clId="Web-{23B1A155-DD8E-CBB0-AE34-7C053F28682A}" dt="2025-05-23T01:18:47.893" v="4"/>
        <pc:sldMkLst>
          <pc:docMk/>
          <pc:sldMk cId="3986819710" sldId="259"/>
        </pc:sldMkLst>
      </pc:sldChg>
      <pc:sldChg chg="add">
        <pc:chgData name="Natara Iata Pimoe" userId="S::iatapn01@myunitec.ac.nz::8635f0d9-0325-4000-8f83-6abc460f2669" providerId="AD" clId="Web-{23B1A155-DD8E-CBB0-AE34-7C053F28682A}" dt="2025-05-23T01:18:47.909" v="5"/>
        <pc:sldMkLst>
          <pc:docMk/>
          <pc:sldMk cId="1758033372" sldId="260"/>
        </pc:sldMkLst>
      </pc:sldChg>
      <pc:sldChg chg="add">
        <pc:chgData name="Natara Iata Pimoe" userId="S::iatapn01@myunitec.ac.nz::8635f0d9-0325-4000-8f83-6abc460f2669" providerId="AD" clId="Web-{23B1A155-DD8E-CBB0-AE34-7C053F28682A}" dt="2025-05-23T01:18:47.925" v="6"/>
        <pc:sldMkLst>
          <pc:docMk/>
          <pc:sldMk cId="1886398928" sldId="261"/>
        </pc:sldMkLst>
      </pc:sldChg>
      <pc:sldChg chg="add">
        <pc:chgData name="Natara Iata Pimoe" userId="S::iatapn01@myunitec.ac.nz::8635f0d9-0325-4000-8f83-6abc460f2669" providerId="AD" clId="Web-{23B1A155-DD8E-CBB0-AE34-7C053F28682A}" dt="2025-05-23T01:18:47.971" v="9"/>
        <pc:sldMkLst>
          <pc:docMk/>
          <pc:sldMk cId="3515194795" sldId="262"/>
        </pc:sldMkLst>
      </pc:sldChg>
      <pc:sldChg chg="add">
        <pc:chgData name="Natara Iata Pimoe" userId="S::iatapn01@myunitec.ac.nz::8635f0d9-0325-4000-8f83-6abc460f2669" providerId="AD" clId="Web-{23B1A155-DD8E-CBB0-AE34-7C053F28682A}" dt="2025-05-23T01:18:47.956" v="8"/>
        <pc:sldMkLst>
          <pc:docMk/>
          <pc:sldMk cId="3220960195" sldId="263"/>
        </pc:sldMkLst>
      </pc:sldChg>
      <pc:sldChg chg="add">
        <pc:chgData name="Natara Iata Pimoe" userId="S::iatapn01@myunitec.ac.nz::8635f0d9-0325-4000-8f83-6abc460f2669" providerId="AD" clId="Web-{23B1A155-DD8E-CBB0-AE34-7C053F28682A}" dt="2025-05-23T01:18:47.940" v="7"/>
        <pc:sldMkLst>
          <pc:docMk/>
          <pc:sldMk cId="4183192005" sldId="264"/>
        </pc:sldMkLst>
      </pc:sldChg>
      <pc:sldChg chg="add">
        <pc:chgData name="Natara Iata Pimoe" userId="S::iatapn01@myunitec.ac.nz::8635f0d9-0325-4000-8f83-6abc460f2669" providerId="AD" clId="Web-{23B1A155-DD8E-CBB0-AE34-7C053F28682A}" dt="2025-05-23T01:18:47.971" v="10"/>
        <pc:sldMkLst>
          <pc:docMk/>
          <pc:sldMk cId="3885870922" sldId="265"/>
        </pc:sldMkLst>
      </pc:sldChg>
      <pc:sldChg chg="add">
        <pc:chgData name="Natara Iata Pimoe" userId="S::iatapn01@myunitec.ac.nz::8635f0d9-0325-4000-8f83-6abc460f2669" providerId="AD" clId="Web-{23B1A155-DD8E-CBB0-AE34-7C053F28682A}" dt="2025-05-23T01:18:47.987" v="11"/>
        <pc:sldMkLst>
          <pc:docMk/>
          <pc:sldMk cId="3060470184" sldId="266"/>
        </pc:sldMkLst>
      </pc:sldChg>
    </pc:docChg>
  </pc:docChgLst>
  <pc:docChgLst>
    <pc:chgData name="Natara Iata Pimoe" userId="S::iatapn01@myunitec.ac.nz::8635f0d9-0325-4000-8f83-6abc460f2669" providerId="AD" clId="Web-{CF0348CC-EE6B-70C2-F10D-02D6C7495FE4}"/>
    <pc:docChg chg="modSld">
      <pc:chgData name="Natara Iata Pimoe" userId="S::iatapn01@myunitec.ac.nz::8635f0d9-0325-4000-8f83-6abc460f2669" providerId="AD" clId="Web-{CF0348CC-EE6B-70C2-F10D-02D6C7495FE4}" dt="2025-05-24T01:11:21.725" v="0" actId="1076"/>
      <pc:docMkLst>
        <pc:docMk/>
      </pc:docMkLst>
      <pc:sldChg chg="modSp">
        <pc:chgData name="Natara Iata Pimoe" userId="S::iatapn01@myunitec.ac.nz::8635f0d9-0325-4000-8f83-6abc460f2669" providerId="AD" clId="Web-{CF0348CC-EE6B-70C2-F10D-02D6C7495FE4}" dt="2025-05-24T01:11:21.725" v="0" actId="1076"/>
        <pc:sldMkLst>
          <pc:docMk/>
          <pc:sldMk cId="274870595" sldId="258"/>
        </pc:sldMkLst>
        <pc:spChg chg="mod">
          <ac:chgData name="Natara Iata Pimoe" userId="S::iatapn01@myunitec.ac.nz::8635f0d9-0325-4000-8f83-6abc460f2669" providerId="AD" clId="Web-{CF0348CC-EE6B-70C2-F10D-02D6C7495FE4}" dt="2025-05-24T01:11:21.725" v="0" actId="1076"/>
          <ac:spMkLst>
            <pc:docMk/>
            <pc:sldMk cId="274870595" sldId="258"/>
            <ac:spMk id="22" creationId="{2107DE2A-B183-FEDF-E1EF-22AC583B3F9B}"/>
          </ac:spMkLst>
        </pc:spChg>
      </pc:sldChg>
    </pc:docChg>
  </pc:docChgLst>
  <pc:docChgLst>
    <pc:chgData name="Brandon Nguyen" userId="S::nguyen16@myunitec.ac.nz::9ff8b6fc-f6c8-406e-98a7-7dc896b51126" providerId="AD" clId="Web-{BC0FA087-BBE8-B21F-6DDA-68B4460544C4}"/>
    <pc:docChg chg="modSld">
      <pc:chgData name="Brandon Nguyen" userId="S::nguyen16@myunitec.ac.nz::9ff8b6fc-f6c8-406e-98a7-7dc896b51126" providerId="AD" clId="Web-{BC0FA087-BBE8-B21F-6DDA-68B4460544C4}" dt="2025-05-25T10:11:54.361" v="42" actId="20577"/>
      <pc:docMkLst>
        <pc:docMk/>
      </pc:docMkLst>
      <pc:sldChg chg="modSp">
        <pc:chgData name="Brandon Nguyen" userId="S::nguyen16@myunitec.ac.nz::9ff8b6fc-f6c8-406e-98a7-7dc896b51126" providerId="AD" clId="Web-{BC0FA087-BBE8-B21F-6DDA-68B4460544C4}" dt="2025-05-25T10:07:27.536" v="23" actId="20577"/>
        <pc:sldMkLst>
          <pc:docMk/>
          <pc:sldMk cId="274870595" sldId="258"/>
        </pc:sldMkLst>
        <pc:spChg chg="mod">
          <ac:chgData name="Brandon Nguyen" userId="S::nguyen16@myunitec.ac.nz::9ff8b6fc-f6c8-406e-98a7-7dc896b51126" providerId="AD" clId="Web-{BC0FA087-BBE8-B21F-6DDA-68B4460544C4}" dt="2025-05-25T10:07:27.536" v="23" actId="20577"/>
          <ac:spMkLst>
            <pc:docMk/>
            <pc:sldMk cId="274870595" sldId="258"/>
            <ac:spMk id="22" creationId="{2107DE2A-B183-FEDF-E1EF-22AC583B3F9B}"/>
          </ac:spMkLst>
        </pc:spChg>
      </pc:sldChg>
      <pc:sldChg chg="modSp">
        <pc:chgData name="Brandon Nguyen" userId="S::nguyen16@myunitec.ac.nz::9ff8b6fc-f6c8-406e-98a7-7dc896b51126" providerId="AD" clId="Web-{BC0FA087-BBE8-B21F-6DDA-68B4460544C4}" dt="2025-05-25T10:11:54.361" v="42" actId="20577"/>
        <pc:sldMkLst>
          <pc:docMk/>
          <pc:sldMk cId="3986819710" sldId="259"/>
        </pc:sldMkLst>
        <pc:spChg chg="mod">
          <ac:chgData name="Brandon Nguyen" userId="S::nguyen16@myunitec.ac.nz::9ff8b6fc-f6c8-406e-98a7-7dc896b51126" providerId="AD" clId="Web-{BC0FA087-BBE8-B21F-6DDA-68B4460544C4}" dt="2025-05-25T10:11:54.361" v="42" actId="20577"/>
          <ac:spMkLst>
            <pc:docMk/>
            <pc:sldMk cId="3986819710" sldId="259"/>
            <ac:spMk id="11" creationId="{7DB99B9F-81A1-7A2F-BD83-A0C473CE2F82}"/>
          </ac:spMkLst>
        </pc:spChg>
      </pc:sldChg>
      <pc:sldChg chg="modSp">
        <pc:chgData name="Brandon Nguyen" userId="S::nguyen16@myunitec.ac.nz::9ff8b6fc-f6c8-406e-98a7-7dc896b51126" providerId="AD" clId="Web-{BC0FA087-BBE8-B21F-6DDA-68B4460544C4}" dt="2025-05-25T10:08:05.021" v="27" actId="20577"/>
        <pc:sldMkLst>
          <pc:docMk/>
          <pc:sldMk cId="3132871465" sldId="272"/>
        </pc:sldMkLst>
        <pc:spChg chg="mod">
          <ac:chgData name="Brandon Nguyen" userId="S::nguyen16@myunitec.ac.nz::9ff8b6fc-f6c8-406e-98a7-7dc896b51126" providerId="AD" clId="Web-{BC0FA087-BBE8-B21F-6DDA-68B4460544C4}" dt="2025-05-25T10:08:05.021" v="27" actId="20577"/>
          <ac:spMkLst>
            <pc:docMk/>
            <pc:sldMk cId="3132871465" sldId="272"/>
            <ac:spMk id="6" creationId="{57D9ED11-645A-DCBD-BBA3-E6FF61E3DCF7}"/>
          </ac:spMkLst>
        </pc:spChg>
      </pc:sldChg>
    </pc:docChg>
  </pc:docChgLst>
  <pc:docChgLst>
    <pc:chgData name="Natara Iata Pimoe" userId="S::iatapn01@myunitec.ac.nz::8635f0d9-0325-4000-8f83-6abc460f2669" providerId="AD" clId="Web-{E73011F1-BF87-11B2-0F23-1D8520EF64FE}"/>
    <pc:docChg chg="addSld delSld modSld">
      <pc:chgData name="Natara Iata Pimoe" userId="S::iatapn01@myunitec.ac.nz::8635f0d9-0325-4000-8f83-6abc460f2669" providerId="AD" clId="Web-{E73011F1-BF87-11B2-0F23-1D8520EF64FE}" dt="2025-05-23T01:47:12.045" v="60"/>
      <pc:docMkLst>
        <pc:docMk/>
      </pc:docMkLst>
      <pc:sldChg chg="delSp modSp">
        <pc:chgData name="Natara Iata Pimoe" userId="S::iatapn01@myunitec.ac.nz::8635f0d9-0325-4000-8f83-6abc460f2669" providerId="AD" clId="Web-{E73011F1-BF87-11B2-0F23-1D8520EF64FE}" dt="2025-05-23T01:32:35.486" v="17"/>
        <pc:sldMkLst>
          <pc:docMk/>
          <pc:sldMk cId="109857222" sldId="257"/>
        </pc:sldMkLst>
        <pc:spChg chg="mod">
          <ac:chgData name="Natara Iata Pimoe" userId="S::iatapn01@myunitec.ac.nz::8635f0d9-0325-4000-8f83-6abc460f2669" providerId="AD" clId="Web-{E73011F1-BF87-11B2-0F23-1D8520EF64FE}" dt="2025-05-23T01:32:33.002" v="16" actId="20577"/>
          <ac:spMkLst>
            <pc:docMk/>
            <pc:sldMk cId="109857222" sldId="257"/>
            <ac:spMk id="16" creationId="{D3D8C8B4-DF31-5CC3-4A9E-000F1D3F0B11}"/>
          </ac:spMkLst>
        </pc:spChg>
        <pc:picChg chg="del">
          <ac:chgData name="Natara Iata Pimoe" userId="S::iatapn01@myunitec.ac.nz::8635f0d9-0325-4000-8f83-6abc460f2669" providerId="AD" clId="Web-{E73011F1-BF87-11B2-0F23-1D8520EF64FE}" dt="2025-05-23T01:32:35.486" v="17"/>
          <ac:picMkLst>
            <pc:docMk/>
            <pc:sldMk cId="109857222" sldId="257"/>
            <ac:picMk id="6" creationId="{F4F8F658-EE92-5A12-C4E7-E10ADE824D02}"/>
          </ac:picMkLst>
        </pc:picChg>
      </pc:sldChg>
      <pc:sldChg chg="modSp">
        <pc:chgData name="Natara Iata Pimoe" userId="S::iatapn01@myunitec.ac.nz::8635f0d9-0325-4000-8f83-6abc460f2669" providerId="AD" clId="Web-{E73011F1-BF87-11B2-0F23-1D8520EF64FE}" dt="2025-05-23T01:44:29.853" v="38" actId="20577"/>
        <pc:sldMkLst>
          <pc:docMk/>
          <pc:sldMk cId="274870595" sldId="258"/>
        </pc:sldMkLst>
        <pc:spChg chg="mod">
          <ac:chgData name="Natara Iata Pimoe" userId="S::iatapn01@myunitec.ac.nz::8635f0d9-0325-4000-8f83-6abc460f2669" providerId="AD" clId="Web-{E73011F1-BF87-11B2-0F23-1D8520EF64FE}" dt="2025-05-23T01:44:29.853" v="38" actId="20577"/>
          <ac:spMkLst>
            <pc:docMk/>
            <pc:sldMk cId="274870595" sldId="258"/>
            <ac:spMk id="3" creationId="{139D3209-F965-CEA3-7318-4F7FC18398C3}"/>
          </ac:spMkLst>
        </pc:spChg>
      </pc:sldChg>
      <pc:sldChg chg="modSp">
        <pc:chgData name="Natara Iata Pimoe" userId="S::iatapn01@myunitec.ac.nz::8635f0d9-0325-4000-8f83-6abc460f2669" providerId="AD" clId="Web-{E73011F1-BF87-11B2-0F23-1D8520EF64FE}" dt="2025-05-23T01:45:47.105" v="48" actId="20577"/>
        <pc:sldMkLst>
          <pc:docMk/>
          <pc:sldMk cId="3986819710" sldId="259"/>
        </pc:sldMkLst>
        <pc:spChg chg="mod">
          <ac:chgData name="Natara Iata Pimoe" userId="S::iatapn01@myunitec.ac.nz::8635f0d9-0325-4000-8f83-6abc460f2669" providerId="AD" clId="Web-{E73011F1-BF87-11B2-0F23-1D8520EF64FE}" dt="2025-05-23T01:45:47.105" v="48" actId="20577"/>
          <ac:spMkLst>
            <pc:docMk/>
            <pc:sldMk cId="3986819710" sldId="259"/>
            <ac:spMk id="3" creationId="{139D3209-F965-CEA3-7318-4F7FC18398C3}"/>
          </ac:spMkLst>
        </pc:spChg>
      </pc:sldChg>
      <pc:sldChg chg="modSp">
        <pc:chgData name="Natara Iata Pimoe" userId="S::iatapn01@myunitec.ac.nz::8635f0d9-0325-4000-8f83-6abc460f2669" providerId="AD" clId="Web-{E73011F1-BF87-11B2-0F23-1D8520EF64FE}" dt="2025-05-23T01:46:50.357" v="55" actId="20577"/>
        <pc:sldMkLst>
          <pc:docMk/>
          <pc:sldMk cId="1758033372" sldId="260"/>
        </pc:sldMkLst>
        <pc:spChg chg="mod">
          <ac:chgData name="Natara Iata Pimoe" userId="S::iatapn01@myunitec.ac.nz::8635f0d9-0325-4000-8f83-6abc460f2669" providerId="AD" clId="Web-{E73011F1-BF87-11B2-0F23-1D8520EF64FE}" dt="2025-05-23T01:46:50.357" v="55" actId="20577"/>
          <ac:spMkLst>
            <pc:docMk/>
            <pc:sldMk cId="1758033372" sldId="260"/>
            <ac:spMk id="3" creationId="{139D3209-F965-CEA3-7318-4F7FC18398C3}"/>
          </ac:spMkLst>
        </pc:spChg>
      </pc:sldChg>
      <pc:sldChg chg="del">
        <pc:chgData name="Natara Iata Pimoe" userId="S::iatapn01@myunitec.ac.nz::8635f0d9-0325-4000-8f83-6abc460f2669" providerId="AD" clId="Web-{E73011F1-BF87-11B2-0F23-1D8520EF64FE}" dt="2025-05-23T01:47:12.045" v="59"/>
        <pc:sldMkLst>
          <pc:docMk/>
          <pc:sldMk cId="3515194795" sldId="262"/>
        </pc:sldMkLst>
      </pc:sldChg>
      <pc:sldChg chg="del">
        <pc:chgData name="Natara Iata Pimoe" userId="S::iatapn01@myunitec.ac.nz::8635f0d9-0325-4000-8f83-6abc460f2669" providerId="AD" clId="Web-{E73011F1-BF87-11B2-0F23-1D8520EF64FE}" dt="2025-05-23T01:47:12.045" v="60"/>
        <pc:sldMkLst>
          <pc:docMk/>
          <pc:sldMk cId="3220960195" sldId="263"/>
        </pc:sldMkLst>
      </pc:sldChg>
      <pc:sldChg chg="del">
        <pc:chgData name="Natara Iata Pimoe" userId="S::iatapn01@myunitec.ac.nz::8635f0d9-0325-4000-8f83-6abc460f2669" providerId="AD" clId="Web-{E73011F1-BF87-11B2-0F23-1D8520EF64FE}" dt="2025-05-23T01:47:12.045" v="58"/>
        <pc:sldMkLst>
          <pc:docMk/>
          <pc:sldMk cId="3885870922" sldId="265"/>
        </pc:sldMkLst>
      </pc:sldChg>
      <pc:sldChg chg="del">
        <pc:chgData name="Natara Iata Pimoe" userId="S::iatapn01@myunitec.ac.nz::8635f0d9-0325-4000-8f83-6abc460f2669" providerId="AD" clId="Web-{E73011F1-BF87-11B2-0F23-1D8520EF64FE}" dt="2025-05-23T01:47:12.030" v="57"/>
        <pc:sldMkLst>
          <pc:docMk/>
          <pc:sldMk cId="3060470184" sldId="266"/>
        </pc:sldMkLst>
      </pc:sldChg>
      <pc:sldChg chg="add replId">
        <pc:chgData name="Natara Iata Pimoe" userId="S::iatapn01@myunitec.ac.nz::8635f0d9-0325-4000-8f83-6abc460f2669" providerId="AD" clId="Web-{E73011F1-BF87-11B2-0F23-1D8520EF64FE}" dt="2025-05-23T01:45:56.699" v="49"/>
        <pc:sldMkLst>
          <pc:docMk/>
          <pc:sldMk cId="1334093257" sldId="267"/>
        </pc:sldMkLst>
      </pc:sldChg>
      <pc:sldChg chg="add replId">
        <pc:chgData name="Natara Iata Pimoe" userId="S::iatapn01@myunitec.ac.nz::8635f0d9-0325-4000-8f83-6abc460f2669" providerId="AD" clId="Web-{E73011F1-BF87-11B2-0F23-1D8520EF64FE}" dt="2025-05-23T01:46:23.231" v="50"/>
        <pc:sldMkLst>
          <pc:docMk/>
          <pc:sldMk cId="3461478329" sldId="268"/>
        </pc:sldMkLst>
      </pc:sldChg>
      <pc:sldChg chg="add replId">
        <pc:chgData name="Natara Iata Pimoe" userId="S::iatapn01@myunitec.ac.nz::8635f0d9-0325-4000-8f83-6abc460f2669" providerId="AD" clId="Web-{E73011F1-BF87-11B2-0F23-1D8520EF64FE}" dt="2025-05-23T01:46:29.606" v="51"/>
        <pc:sldMkLst>
          <pc:docMk/>
          <pc:sldMk cId="2007729301" sldId="269"/>
        </pc:sldMkLst>
      </pc:sldChg>
      <pc:sldChg chg="add replId">
        <pc:chgData name="Natara Iata Pimoe" userId="S::iatapn01@myunitec.ac.nz::8635f0d9-0325-4000-8f83-6abc460f2669" providerId="AD" clId="Web-{E73011F1-BF87-11B2-0F23-1D8520EF64FE}" dt="2025-05-23T01:46:57.451" v="56"/>
        <pc:sldMkLst>
          <pc:docMk/>
          <pc:sldMk cId="2287393394" sldId="270"/>
        </pc:sldMkLst>
      </pc:sldChg>
    </pc:docChg>
  </pc:docChgLst>
  <pc:docChgLst>
    <pc:chgData name="Natara Iata Pimoe" userId="S::iatapn01@myunitec.ac.nz::8635f0d9-0325-4000-8f83-6abc460f2669" providerId="AD" clId="Web-{6BBF6319-45E4-867F-0085-916ABDD9549E}"/>
    <pc:docChg chg="addSld delSld modSld">
      <pc:chgData name="Natara Iata Pimoe" userId="S::iatapn01@myunitec.ac.nz::8635f0d9-0325-4000-8f83-6abc460f2669" providerId="AD" clId="Web-{6BBF6319-45E4-867F-0085-916ABDD9549E}" dt="2025-05-25T12:57:32.513" v="891" actId="20577"/>
      <pc:docMkLst>
        <pc:docMk/>
      </pc:docMkLst>
      <pc:sldChg chg="modNotes">
        <pc:chgData name="Natara Iata Pimoe" userId="S::iatapn01@myunitec.ac.nz::8635f0d9-0325-4000-8f83-6abc460f2669" providerId="AD" clId="Web-{6BBF6319-45E4-867F-0085-916ABDD9549E}" dt="2025-05-25T12:27:39.398" v="771"/>
        <pc:sldMkLst>
          <pc:docMk/>
          <pc:sldMk cId="109857222" sldId="257"/>
        </pc:sldMkLst>
      </pc:sldChg>
      <pc:sldChg chg="modNotes">
        <pc:chgData name="Natara Iata Pimoe" userId="S::iatapn01@myunitec.ac.nz::8635f0d9-0325-4000-8f83-6abc460f2669" providerId="AD" clId="Web-{6BBF6319-45E4-867F-0085-916ABDD9549E}" dt="2025-05-25T12:28:00.430" v="774"/>
        <pc:sldMkLst>
          <pc:docMk/>
          <pc:sldMk cId="274870595" sldId="258"/>
        </pc:sldMkLst>
      </pc:sldChg>
      <pc:sldChg chg="modSp modNotes">
        <pc:chgData name="Natara Iata Pimoe" userId="S::iatapn01@myunitec.ac.nz::8635f0d9-0325-4000-8f83-6abc460f2669" providerId="AD" clId="Web-{6BBF6319-45E4-867F-0085-916ABDD9549E}" dt="2025-05-25T12:57:32.513" v="891" actId="20577"/>
        <pc:sldMkLst>
          <pc:docMk/>
          <pc:sldMk cId="3986819710" sldId="259"/>
        </pc:sldMkLst>
        <pc:spChg chg="mod">
          <ac:chgData name="Natara Iata Pimoe" userId="S::iatapn01@myunitec.ac.nz::8635f0d9-0325-4000-8f83-6abc460f2669" providerId="AD" clId="Web-{6BBF6319-45E4-867F-0085-916ABDD9549E}" dt="2025-05-25T12:48:17.262" v="832" actId="20577"/>
          <ac:spMkLst>
            <pc:docMk/>
            <pc:sldMk cId="3986819710" sldId="259"/>
            <ac:spMk id="4" creationId="{2B56F0F6-D34B-334B-DFEF-E29CE7021EC1}"/>
          </ac:spMkLst>
        </pc:spChg>
        <pc:spChg chg="mod">
          <ac:chgData name="Natara Iata Pimoe" userId="S::iatapn01@myunitec.ac.nz::8635f0d9-0325-4000-8f83-6abc460f2669" providerId="AD" clId="Web-{6BBF6319-45E4-867F-0085-916ABDD9549E}" dt="2025-05-25T12:48:23.293" v="833" actId="20577"/>
          <ac:spMkLst>
            <pc:docMk/>
            <pc:sldMk cId="3986819710" sldId="259"/>
            <ac:spMk id="7" creationId="{DF8C2119-A554-9F66-961F-7F8D924B5F4C}"/>
          </ac:spMkLst>
        </pc:spChg>
        <pc:spChg chg="mod">
          <ac:chgData name="Natara Iata Pimoe" userId="S::iatapn01@myunitec.ac.nz::8635f0d9-0325-4000-8f83-6abc460f2669" providerId="AD" clId="Web-{6BBF6319-45E4-867F-0085-916ABDD9549E}" dt="2025-05-25T12:49:35.686" v="835" actId="20577"/>
          <ac:spMkLst>
            <pc:docMk/>
            <pc:sldMk cId="3986819710" sldId="259"/>
            <ac:spMk id="8" creationId="{FA5677C6-5417-7325-7F8E-6265C0EF1E25}"/>
          </ac:spMkLst>
        </pc:spChg>
        <pc:spChg chg="mod">
          <ac:chgData name="Natara Iata Pimoe" userId="S::iatapn01@myunitec.ac.nz::8635f0d9-0325-4000-8f83-6abc460f2669" providerId="AD" clId="Web-{6BBF6319-45E4-867F-0085-916ABDD9549E}" dt="2025-05-25T12:57:25.294" v="890" actId="20577"/>
          <ac:spMkLst>
            <pc:docMk/>
            <pc:sldMk cId="3986819710" sldId="259"/>
            <ac:spMk id="9" creationId="{A1C291CA-9509-3E7B-10C6-0AEDD6AF13DC}"/>
          </ac:spMkLst>
        </pc:spChg>
        <pc:spChg chg="mod">
          <ac:chgData name="Natara Iata Pimoe" userId="S::iatapn01@myunitec.ac.nz::8635f0d9-0325-4000-8f83-6abc460f2669" providerId="AD" clId="Web-{6BBF6319-45E4-867F-0085-916ABDD9549E}" dt="2025-05-25T12:57:20.528" v="889" actId="20577"/>
          <ac:spMkLst>
            <pc:docMk/>
            <pc:sldMk cId="3986819710" sldId="259"/>
            <ac:spMk id="10" creationId="{9F89694B-53C6-ADE8-4F17-7C3B916F1C34}"/>
          </ac:spMkLst>
        </pc:spChg>
        <pc:spChg chg="mod">
          <ac:chgData name="Natara Iata Pimoe" userId="S::iatapn01@myunitec.ac.nz::8635f0d9-0325-4000-8f83-6abc460f2669" providerId="AD" clId="Web-{6BBF6319-45E4-867F-0085-916ABDD9549E}" dt="2025-05-25T12:57:32.513" v="891" actId="20577"/>
          <ac:spMkLst>
            <pc:docMk/>
            <pc:sldMk cId="3986819710" sldId="259"/>
            <ac:spMk id="11" creationId="{7DB99B9F-81A1-7A2F-BD83-A0C473CE2F82}"/>
          </ac:spMkLst>
        </pc:spChg>
      </pc:sldChg>
      <pc:sldChg chg="addSp delSp modSp add del replId addAnim delAnim modNotes">
        <pc:chgData name="Natara Iata Pimoe" userId="S::iatapn01@myunitec.ac.nz::8635f0d9-0325-4000-8f83-6abc460f2669" providerId="AD" clId="Web-{6BBF6319-45E4-867F-0085-916ABDD9549E}" dt="2025-05-25T12:13:07.229" v="713"/>
        <pc:sldMkLst>
          <pc:docMk/>
          <pc:sldMk cId="1670661571" sldId="273"/>
        </pc:sldMkLst>
        <pc:spChg chg="del">
          <ac:chgData name="Natara Iata Pimoe" userId="S::iatapn01@myunitec.ac.nz::8635f0d9-0325-4000-8f83-6abc460f2669" providerId="AD" clId="Web-{6BBF6319-45E4-867F-0085-916ABDD9549E}" dt="2025-05-25T11:04:35.247" v="2"/>
          <ac:spMkLst>
            <pc:docMk/>
            <pc:sldMk cId="1670661571" sldId="273"/>
            <ac:spMk id="2" creationId="{7227C7E9-7BA0-BB53-5481-E3BDCC7EED69}"/>
          </ac:spMkLst>
        </pc:spChg>
        <pc:spChg chg="add del mod">
          <ac:chgData name="Natara Iata Pimoe" userId="S::iatapn01@myunitec.ac.nz::8635f0d9-0325-4000-8f83-6abc460f2669" providerId="AD" clId="Web-{6BBF6319-45E4-867F-0085-916ABDD9549E}" dt="2025-05-25T11:23:54.392" v="218" actId="20577"/>
          <ac:spMkLst>
            <pc:docMk/>
            <pc:sldMk cId="1670661571" sldId="273"/>
            <ac:spMk id="3" creationId="{212A912F-1BE4-2FB3-382B-A97265B333E0}"/>
          </ac:spMkLst>
        </pc:spChg>
        <pc:spChg chg="add del mod">
          <ac:chgData name="Natara Iata Pimoe" userId="S::iatapn01@myunitec.ac.nz::8635f0d9-0325-4000-8f83-6abc460f2669" providerId="AD" clId="Web-{6BBF6319-45E4-867F-0085-916ABDD9549E}" dt="2025-05-25T11:23:15.734" v="206"/>
          <ac:spMkLst>
            <pc:docMk/>
            <pc:sldMk cId="1670661571" sldId="273"/>
            <ac:spMk id="4" creationId="{CB38FA36-9E00-7A48-75B9-89695D17EA59}"/>
          </ac:spMkLst>
        </pc:spChg>
        <pc:spChg chg="add del mod">
          <ac:chgData name="Natara Iata Pimoe" userId="S::iatapn01@myunitec.ac.nz::8635f0d9-0325-4000-8f83-6abc460f2669" providerId="AD" clId="Web-{6BBF6319-45E4-867F-0085-916ABDD9549E}" dt="2025-05-25T11:19:53.835" v="170" actId="14100"/>
          <ac:spMkLst>
            <pc:docMk/>
            <pc:sldMk cId="1670661571" sldId="273"/>
            <ac:spMk id="6" creationId="{644EA42A-AF78-CCD6-004F-70D2EC32B210}"/>
          </ac:spMkLst>
        </pc:spChg>
        <pc:spChg chg="add del mod">
          <ac:chgData name="Natara Iata Pimoe" userId="S::iatapn01@myunitec.ac.nz::8635f0d9-0325-4000-8f83-6abc460f2669" providerId="AD" clId="Web-{6BBF6319-45E4-867F-0085-916ABDD9549E}" dt="2025-05-25T11:13:25.184" v="110" actId="1076"/>
          <ac:spMkLst>
            <pc:docMk/>
            <pc:sldMk cId="1670661571" sldId="273"/>
            <ac:spMk id="7" creationId="{0441E58A-14B0-F97D-1FD6-0EBBB578D66F}"/>
          </ac:spMkLst>
        </pc:spChg>
        <pc:spChg chg="add del mod">
          <ac:chgData name="Natara Iata Pimoe" userId="S::iatapn01@myunitec.ac.nz::8635f0d9-0325-4000-8f83-6abc460f2669" providerId="AD" clId="Web-{6BBF6319-45E4-867F-0085-916ABDD9549E}" dt="2025-05-25T11:13:45.887" v="119" actId="1076"/>
          <ac:spMkLst>
            <pc:docMk/>
            <pc:sldMk cId="1670661571" sldId="273"/>
            <ac:spMk id="8" creationId="{336033C1-730B-9BA9-7CBA-E46AB730CA5D}"/>
          </ac:spMkLst>
        </pc:spChg>
        <pc:spChg chg="add del mod">
          <ac:chgData name="Natara Iata Pimoe" userId="S::iatapn01@myunitec.ac.nz::8635f0d9-0325-4000-8f83-6abc460f2669" providerId="AD" clId="Web-{6BBF6319-45E4-867F-0085-916ABDD9549E}" dt="2025-05-25T11:20:33.836" v="174" actId="14100"/>
          <ac:spMkLst>
            <pc:docMk/>
            <pc:sldMk cId="1670661571" sldId="273"/>
            <ac:spMk id="9" creationId="{D50294E8-1E2C-44D1-FDA7-1F1CCBFD55B7}"/>
          </ac:spMkLst>
        </pc:spChg>
        <pc:spChg chg="add del mod">
          <ac:chgData name="Natara Iata Pimoe" userId="S::iatapn01@myunitec.ac.nz::8635f0d9-0325-4000-8f83-6abc460f2669" providerId="AD" clId="Web-{6BBF6319-45E4-867F-0085-916ABDD9549E}" dt="2025-05-25T12:10:29.068" v="653" actId="20577"/>
          <ac:spMkLst>
            <pc:docMk/>
            <pc:sldMk cId="1670661571" sldId="273"/>
            <ac:spMk id="10" creationId="{6545AA3C-B5FE-E516-1500-14827C094C34}"/>
          </ac:spMkLst>
        </pc:spChg>
        <pc:spChg chg="add del mod">
          <ac:chgData name="Natara Iata Pimoe" userId="S::iatapn01@myunitec.ac.nz::8635f0d9-0325-4000-8f83-6abc460f2669" providerId="AD" clId="Web-{6BBF6319-45E4-867F-0085-916ABDD9549E}" dt="2025-05-25T11:19:46.163" v="169" actId="14100"/>
          <ac:spMkLst>
            <pc:docMk/>
            <pc:sldMk cId="1670661571" sldId="273"/>
            <ac:spMk id="11" creationId="{6E036E4A-D7B2-0B35-D170-FFE90EEBE298}"/>
          </ac:spMkLst>
        </pc:spChg>
        <pc:spChg chg="add del mod">
          <ac:chgData name="Natara Iata Pimoe" userId="S::iatapn01@myunitec.ac.nz::8635f0d9-0325-4000-8f83-6abc460f2669" providerId="AD" clId="Web-{6BBF6319-45E4-867F-0085-916ABDD9549E}" dt="2025-05-25T11:19:53.835" v="171" actId="14100"/>
          <ac:spMkLst>
            <pc:docMk/>
            <pc:sldMk cId="1670661571" sldId="273"/>
            <ac:spMk id="13" creationId="{AA3EDB33-1ED6-C1A4-953D-995391C0FAB4}"/>
          </ac:spMkLst>
        </pc:spChg>
        <pc:spChg chg="add del mod">
          <ac:chgData name="Natara Iata Pimoe" userId="S::iatapn01@myunitec.ac.nz::8635f0d9-0325-4000-8f83-6abc460f2669" providerId="AD" clId="Web-{6BBF6319-45E4-867F-0085-916ABDD9549E}" dt="2025-05-25T11:11:28.040" v="81"/>
          <ac:spMkLst>
            <pc:docMk/>
            <pc:sldMk cId="1670661571" sldId="273"/>
            <ac:spMk id="14" creationId="{20BC2413-7B9C-3464-3C9F-FFC21D7EF58D}"/>
          </ac:spMkLst>
        </pc:spChg>
        <pc:spChg chg="add del mod">
          <ac:chgData name="Natara Iata Pimoe" userId="S::iatapn01@myunitec.ac.nz::8635f0d9-0325-4000-8f83-6abc460f2669" providerId="AD" clId="Web-{6BBF6319-45E4-867F-0085-916ABDD9549E}" dt="2025-05-25T11:13:54.356" v="126" actId="1076"/>
          <ac:spMkLst>
            <pc:docMk/>
            <pc:sldMk cId="1670661571" sldId="273"/>
            <ac:spMk id="16" creationId="{FD54BFCF-3007-C07D-F9DE-5F480A3E202E}"/>
          </ac:spMkLst>
        </pc:spChg>
        <pc:spChg chg="add del mod">
          <ac:chgData name="Natara Iata Pimoe" userId="S::iatapn01@myunitec.ac.nz::8635f0d9-0325-4000-8f83-6abc460f2669" providerId="AD" clId="Web-{6BBF6319-45E4-867F-0085-916ABDD9549E}" dt="2025-05-25T11:14:04.435" v="133" actId="1076"/>
          <ac:spMkLst>
            <pc:docMk/>
            <pc:sldMk cId="1670661571" sldId="273"/>
            <ac:spMk id="17" creationId="{413CE659-040D-6877-07CB-2794AB9847A8}"/>
          </ac:spMkLst>
        </pc:spChg>
        <pc:spChg chg="add mod">
          <ac:chgData name="Natara Iata Pimoe" userId="S::iatapn01@myunitec.ac.nz::8635f0d9-0325-4000-8f83-6abc460f2669" providerId="AD" clId="Web-{6BBF6319-45E4-867F-0085-916ABDD9549E}" dt="2025-05-25T11:19:53.835" v="172" actId="14100"/>
          <ac:spMkLst>
            <pc:docMk/>
            <pc:sldMk cId="1670661571" sldId="273"/>
            <ac:spMk id="19" creationId="{1E5E5198-E103-BEB4-CFAC-C0422D12A188}"/>
          </ac:spMkLst>
        </pc:spChg>
        <pc:spChg chg="add mod">
          <ac:chgData name="Natara Iata Pimoe" userId="S::iatapn01@myunitec.ac.nz::8635f0d9-0325-4000-8f83-6abc460f2669" providerId="AD" clId="Web-{6BBF6319-45E4-867F-0085-916ABDD9549E}" dt="2025-05-25T11:14:53.217" v="143" actId="20577"/>
          <ac:spMkLst>
            <pc:docMk/>
            <pc:sldMk cId="1670661571" sldId="273"/>
            <ac:spMk id="20" creationId="{DBB7B768-08FF-FD99-96FE-9E1C73D093D4}"/>
          </ac:spMkLst>
        </pc:spChg>
        <pc:spChg chg="add del mod">
          <ac:chgData name="Natara Iata Pimoe" userId="S::iatapn01@myunitec.ac.nz::8635f0d9-0325-4000-8f83-6abc460f2669" providerId="AD" clId="Web-{6BBF6319-45E4-867F-0085-916ABDD9549E}" dt="2025-05-25T11:20:28.680" v="173"/>
          <ac:spMkLst>
            <pc:docMk/>
            <pc:sldMk cId="1670661571" sldId="273"/>
            <ac:spMk id="24" creationId="{92523318-DC63-49AB-3ED3-3E6B355B5AD7}"/>
          </ac:spMkLst>
        </pc:spChg>
        <pc:spChg chg="add del mod">
          <ac:chgData name="Natara Iata Pimoe" userId="S::iatapn01@myunitec.ac.nz::8635f0d9-0325-4000-8f83-6abc460f2669" providerId="AD" clId="Web-{6BBF6319-45E4-867F-0085-916ABDD9549E}" dt="2025-05-25T12:09:35.364" v="643"/>
          <ac:spMkLst>
            <pc:docMk/>
            <pc:sldMk cId="1670661571" sldId="273"/>
            <ac:spMk id="25" creationId="{3B72479C-DC3D-5DDF-C749-11B2225F8FA6}"/>
          </ac:spMkLst>
        </pc:spChg>
        <pc:spChg chg="add del mod">
          <ac:chgData name="Natara Iata Pimoe" userId="S::iatapn01@myunitec.ac.nz::8635f0d9-0325-4000-8f83-6abc460f2669" providerId="AD" clId="Web-{6BBF6319-45E4-867F-0085-916ABDD9549E}" dt="2025-05-25T12:10:11.896" v="650"/>
          <ac:spMkLst>
            <pc:docMk/>
            <pc:sldMk cId="1670661571" sldId="273"/>
            <ac:spMk id="26" creationId="{6B42D39D-6D35-7BB8-B8BE-B1EA0DFF0EEA}"/>
          </ac:spMkLst>
        </pc:spChg>
        <pc:spChg chg="add del mod">
          <ac:chgData name="Natara Iata Pimoe" userId="S::iatapn01@myunitec.ac.nz::8635f0d9-0325-4000-8f83-6abc460f2669" providerId="AD" clId="Web-{6BBF6319-45E4-867F-0085-916ABDD9549E}" dt="2025-05-25T11:30:45.139" v="287"/>
          <ac:spMkLst>
            <pc:docMk/>
            <pc:sldMk cId="1670661571" sldId="273"/>
            <ac:spMk id="27" creationId="{2F58E911-A8A4-5D0C-C93A-33CDCFF3A998}"/>
          </ac:spMkLst>
        </pc:spChg>
        <pc:spChg chg="add del mod">
          <ac:chgData name="Natara Iata Pimoe" userId="S::iatapn01@myunitec.ac.nz::8635f0d9-0325-4000-8f83-6abc460f2669" providerId="AD" clId="Web-{6BBF6319-45E4-867F-0085-916ABDD9549E}" dt="2025-05-25T12:10:51.053" v="658"/>
          <ac:spMkLst>
            <pc:docMk/>
            <pc:sldMk cId="1670661571" sldId="273"/>
            <ac:spMk id="28" creationId="{597133D5-8371-5314-1355-57D3FB044681}"/>
          </ac:spMkLst>
        </pc:spChg>
        <pc:spChg chg="add del mod">
          <ac:chgData name="Natara Iata Pimoe" userId="S::iatapn01@myunitec.ac.nz::8635f0d9-0325-4000-8f83-6abc460f2669" providerId="AD" clId="Web-{6BBF6319-45E4-867F-0085-916ABDD9549E}" dt="2025-05-25T11:25:09.769" v="240"/>
          <ac:spMkLst>
            <pc:docMk/>
            <pc:sldMk cId="1670661571" sldId="273"/>
            <ac:spMk id="29" creationId="{BA17FB36-7872-6D46-FB3C-F4BDE4F92097}"/>
          </ac:spMkLst>
        </pc:spChg>
        <pc:spChg chg="add del mod">
          <ac:chgData name="Natara Iata Pimoe" userId="S::iatapn01@myunitec.ac.nz::8635f0d9-0325-4000-8f83-6abc460f2669" providerId="AD" clId="Web-{6BBF6319-45E4-867F-0085-916ABDD9549E}" dt="2025-05-25T11:25:09.769" v="239"/>
          <ac:spMkLst>
            <pc:docMk/>
            <pc:sldMk cId="1670661571" sldId="273"/>
            <ac:spMk id="30" creationId="{2A3E7ED1-DB2D-6E00-AF28-0EF34DE9DB0A}"/>
          </ac:spMkLst>
        </pc:spChg>
        <pc:spChg chg="add del mod">
          <ac:chgData name="Natara Iata Pimoe" userId="S::iatapn01@myunitec.ac.nz::8635f0d9-0325-4000-8f83-6abc460f2669" providerId="AD" clId="Web-{6BBF6319-45E4-867F-0085-916ABDD9549E}" dt="2025-05-25T12:11:05.007" v="662"/>
          <ac:spMkLst>
            <pc:docMk/>
            <pc:sldMk cId="1670661571" sldId="273"/>
            <ac:spMk id="31" creationId="{5015202F-FFAE-B126-F559-6553B9F5B1F9}"/>
          </ac:spMkLst>
        </pc:spChg>
        <pc:spChg chg="add del mod">
          <ac:chgData name="Natara Iata Pimoe" userId="S::iatapn01@myunitec.ac.nz::8635f0d9-0325-4000-8f83-6abc460f2669" providerId="AD" clId="Web-{6BBF6319-45E4-867F-0085-916ABDD9549E}" dt="2025-05-25T12:11:41.711" v="674"/>
          <ac:spMkLst>
            <pc:docMk/>
            <pc:sldMk cId="1670661571" sldId="273"/>
            <ac:spMk id="32" creationId="{4CE2FCA1-2982-22AA-67E8-2FC7B6B758DE}"/>
          </ac:spMkLst>
        </pc:spChg>
        <pc:spChg chg="add del mod">
          <ac:chgData name="Natara Iata Pimoe" userId="S::iatapn01@myunitec.ac.nz::8635f0d9-0325-4000-8f83-6abc460f2669" providerId="AD" clId="Web-{6BBF6319-45E4-867F-0085-916ABDD9549E}" dt="2025-05-25T12:11:51.117" v="678"/>
          <ac:spMkLst>
            <pc:docMk/>
            <pc:sldMk cId="1670661571" sldId="273"/>
            <ac:spMk id="33" creationId="{056CF957-363E-EEBD-01C1-B41303E677BF}"/>
          </ac:spMkLst>
        </pc:spChg>
        <pc:spChg chg="add del mod">
          <ac:chgData name="Natara Iata Pimoe" userId="S::iatapn01@myunitec.ac.nz::8635f0d9-0325-4000-8f83-6abc460f2669" providerId="AD" clId="Web-{6BBF6319-45E4-867F-0085-916ABDD9549E}" dt="2025-05-25T12:12:00.727" v="682"/>
          <ac:spMkLst>
            <pc:docMk/>
            <pc:sldMk cId="1670661571" sldId="273"/>
            <ac:spMk id="34" creationId="{DD41F6EA-1B5A-EEDD-8138-9D5215BA10AF}"/>
          </ac:spMkLst>
        </pc:spChg>
        <pc:spChg chg="add del mod">
          <ac:chgData name="Natara Iata Pimoe" userId="S::iatapn01@myunitec.ac.nz::8635f0d9-0325-4000-8f83-6abc460f2669" providerId="AD" clId="Web-{6BBF6319-45E4-867F-0085-916ABDD9549E}" dt="2025-05-25T12:12:11.258" v="686"/>
          <ac:spMkLst>
            <pc:docMk/>
            <pc:sldMk cId="1670661571" sldId="273"/>
            <ac:spMk id="35" creationId="{367FB6F6-DEC9-4842-EFAB-8638312D9BEE}"/>
          </ac:spMkLst>
        </pc:spChg>
        <pc:spChg chg="add del mod">
          <ac:chgData name="Natara Iata Pimoe" userId="S::iatapn01@myunitec.ac.nz::8635f0d9-0325-4000-8f83-6abc460f2669" providerId="AD" clId="Web-{6BBF6319-45E4-867F-0085-916ABDD9549E}" dt="2025-05-25T12:12:26.978" v="693"/>
          <ac:spMkLst>
            <pc:docMk/>
            <pc:sldMk cId="1670661571" sldId="273"/>
            <ac:spMk id="36" creationId="{BAA35F0F-5E6C-3E0A-E721-9C73A3E5A92A}"/>
          </ac:spMkLst>
        </pc:spChg>
        <pc:spChg chg="add del mod">
          <ac:chgData name="Natara Iata Pimoe" userId="S::iatapn01@myunitec.ac.nz::8635f0d9-0325-4000-8f83-6abc460f2669" providerId="AD" clId="Web-{6BBF6319-45E4-867F-0085-916ABDD9549E}" dt="2025-05-25T12:12:37.072" v="697"/>
          <ac:spMkLst>
            <pc:docMk/>
            <pc:sldMk cId="1670661571" sldId="273"/>
            <ac:spMk id="37" creationId="{9CEF05C1-497D-6286-E4FC-4795F9858638}"/>
          </ac:spMkLst>
        </pc:spChg>
        <pc:spChg chg="add del mod">
          <ac:chgData name="Natara Iata Pimoe" userId="S::iatapn01@myunitec.ac.nz::8635f0d9-0325-4000-8f83-6abc460f2669" providerId="AD" clId="Web-{6BBF6319-45E4-867F-0085-916ABDD9549E}" dt="2025-05-25T12:12:44.947" v="701"/>
          <ac:spMkLst>
            <pc:docMk/>
            <pc:sldMk cId="1670661571" sldId="273"/>
            <ac:spMk id="38" creationId="{FF296A77-04B3-A840-3B93-DAE5B7FFA460}"/>
          </ac:spMkLst>
        </pc:spChg>
        <pc:picChg chg="del">
          <ac:chgData name="Natara Iata Pimoe" userId="S::iatapn01@myunitec.ac.nz::8635f0d9-0325-4000-8f83-6abc460f2669" providerId="AD" clId="Web-{6BBF6319-45E4-867F-0085-916ABDD9549E}" dt="2025-05-25T11:04:31.403" v="1"/>
          <ac:picMkLst>
            <pc:docMk/>
            <pc:sldMk cId="1670661571" sldId="273"/>
            <ac:picMk id="15" creationId="{BF6A21F8-2AC8-E9C7-7C4E-6EDAEE82E906}"/>
          </ac:picMkLst>
        </pc:picChg>
        <pc:cxnChg chg="add mod">
          <ac:chgData name="Natara Iata Pimoe" userId="S::iatapn01@myunitec.ac.nz::8635f0d9-0325-4000-8f83-6abc460f2669" providerId="AD" clId="Web-{6BBF6319-45E4-867F-0085-916ABDD9549E}" dt="2025-05-25T11:17:50.847" v="159" actId="14100"/>
          <ac:cxnSpMkLst>
            <pc:docMk/>
            <pc:sldMk cId="1670661571" sldId="273"/>
            <ac:cxnSpMk id="21" creationId="{D7A17086-67BB-1A7B-AB9F-96A3CE7F1134}"/>
          </ac:cxnSpMkLst>
        </pc:cxnChg>
        <pc:cxnChg chg="add mod">
          <ac:chgData name="Natara Iata Pimoe" userId="S::iatapn01@myunitec.ac.nz::8635f0d9-0325-4000-8f83-6abc460f2669" providerId="AD" clId="Web-{6BBF6319-45E4-867F-0085-916ABDD9549E}" dt="2025-05-25T11:17:26.831" v="154" actId="14100"/>
          <ac:cxnSpMkLst>
            <pc:docMk/>
            <pc:sldMk cId="1670661571" sldId="273"/>
            <ac:cxnSpMk id="22" creationId="{C309F4B5-9CFF-5F52-E678-1785123744E7}"/>
          </ac:cxnSpMkLst>
        </pc:cxnChg>
      </pc:sldChg>
      <pc:sldChg chg="add del replId">
        <pc:chgData name="Natara Iata Pimoe" userId="S::iatapn01@myunitec.ac.nz::8635f0d9-0325-4000-8f83-6abc460f2669" providerId="AD" clId="Web-{6BBF6319-45E4-867F-0085-916ABDD9549E}" dt="2025-05-25T12:09:32.192" v="642"/>
        <pc:sldMkLst>
          <pc:docMk/>
          <pc:sldMk cId="621376665" sldId="274"/>
        </pc:sldMkLst>
      </pc:sldChg>
      <pc:sldChg chg="addSp delSp modSp add replId addAnim delAnim modAnim modNotes">
        <pc:chgData name="Natara Iata Pimoe" userId="S::iatapn01@myunitec.ac.nz::8635f0d9-0325-4000-8f83-6abc460f2669" providerId="AD" clId="Web-{6BBF6319-45E4-867F-0085-916ABDD9549E}" dt="2025-05-25T12:40:35.577" v="818" actId="14100"/>
        <pc:sldMkLst>
          <pc:docMk/>
          <pc:sldMk cId="2645726629" sldId="275"/>
        </pc:sldMkLst>
        <pc:spChg chg="mod">
          <ac:chgData name="Natara Iata Pimoe" userId="S::iatapn01@myunitec.ac.nz::8635f0d9-0325-4000-8f83-6abc460f2669" providerId="AD" clId="Web-{6BBF6319-45E4-867F-0085-916ABDD9549E}" dt="2025-05-25T12:20:36.585" v="728" actId="20577"/>
          <ac:spMkLst>
            <pc:docMk/>
            <pc:sldMk cId="2645726629" sldId="275"/>
            <ac:spMk id="3" creationId="{021A9C75-6D64-F918-9998-D2748B1F316D}"/>
          </ac:spMkLst>
        </pc:spChg>
        <pc:spChg chg="add mod ord">
          <ac:chgData name="Natara Iata Pimoe" userId="S::iatapn01@myunitec.ac.nz::8635f0d9-0325-4000-8f83-6abc460f2669" providerId="AD" clId="Web-{6BBF6319-45E4-867F-0085-916ABDD9549E}" dt="2025-05-25T12:10:17.583" v="652" actId="20577"/>
          <ac:spMkLst>
            <pc:docMk/>
            <pc:sldMk cId="2645726629" sldId="275"/>
            <ac:spMk id="5" creationId="{E3D31729-B382-9D06-E7BE-B7F8D84F2B03}"/>
          </ac:spMkLst>
        </pc:spChg>
        <pc:spChg chg="del">
          <ac:chgData name="Natara Iata Pimoe" userId="S::iatapn01@myunitec.ac.nz::8635f0d9-0325-4000-8f83-6abc460f2669" providerId="AD" clId="Web-{6BBF6319-45E4-867F-0085-916ABDD9549E}" dt="2025-05-25T11:34:49.489" v="351"/>
          <ac:spMkLst>
            <pc:docMk/>
            <pc:sldMk cId="2645726629" sldId="275"/>
            <ac:spMk id="6" creationId="{135DB2A4-151A-30F3-8C39-B624C2D2399E}"/>
          </ac:spMkLst>
        </pc:spChg>
        <pc:spChg chg="del">
          <ac:chgData name="Natara Iata Pimoe" userId="S::iatapn01@myunitec.ac.nz::8635f0d9-0325-4000-8f83-6abc460f2669" providerId="AD" clId="Web-{6BBF6319-45E4-867F-0085-916ABDD9549E}" dt="2025-05-25T12:02:09.487" v="442"/>
          <ac:spMkLst>
            <pc:docMk/>
            <pc:sldMk cId="2645726629" sldId="275"/>
            <ac:spMk id="7" creationId="{E935601A-DD05-0D3F-9C6F-1032E5113A67}"/>
          </ac:spMkLst>
        </pc:spChg>
        <pc:spChg chg="del">
          <ac:chgData name="Natara Iata Pimoe" userId="S::iatapn01@myunitec.ac.nz::8635f0d9-0325-4000-8f83-6abc460f2669" providerId="AD" clId="Web-{6BBF6319-45E4-867F-0085-916ABDD9549E}" dt="2025-05-25T12:04:35.960" v="491"/>
          <ac:spMkLst>
            <pc:docMk/>
            <pc:sldMk cId="2645726629" sldId="275"/>
            <ac:spMk id="8" creationId="{41477340-050F-491D-85E3-5D6CC8D7C18B}"/>
          </ac:spMkLst>
        </pc:spChg>
        <pc:spChg chg="mod">
          <ac:chgData name="Natara Iata Pimoe" userId="S::iatapn01@myunitec.ac.nz::8635f0d9-0325-4000-8f83-6abc460f2669" providerId="AD" clId="Web-{6BBF6319-45E4-867F-0085-916ABDD9549E}" dt="2025-05-25T12:10:06.286" v="648" actId="20577"/>
          <ac:spMkLst>
            <pc:docMk/>
            <pc:sldMk cId="2645726629" sldId="275"/>
            <ac:spMk id="9" creationId="{32DD4478-B49F-2E8B-6DF4-417A73BC5E53}"/>
          </ac:spMkLst>
        </pc:spChg>
        <pc:spChg chg="del mod">
          <ac:chgData name="Natara Iata Pimoe" userId="S::iatapn01@myunitec.ac.nz::8635f0d9-0325-4000-8f83-6abc460f2669" providerId="AD" clId="Web-{6BBF6319-45E4-867F-0085-916ABDD9549E}" dt="2025-05-25T11:34:49.489" v="353"/>
          <ac:spMkLst>
            <pc:docMk/>
            <pc:sldMk cId="2645726629" sldId="275"/>
            <ac:spMk id="10" creationId="{25B92CB9-910C-213D-8535-B2597B31C419}"/>
          </ac:spMkLst>
        </pc:spChg>
        <pc:spChg chg="del">
          <ac:chgData name="Natara Iata Pimoe" userId="S::iatapn01@myunitec.ac.nz::8635f0d9-0325-4000-8f83-6abc460f2669" providerId="AD" clId="Web-{6BBF6319-45E4-867F-0085-916ABDD9549E}" dt="2025-05-25T11:34:49.489" v="352"/>
          <ac:spMkLst>
            <pc:docMk/>
            <pc:sldMk cId="2645726629" sldId="275"/>
            <ac:spMk id="11" creationId="{9E4C2E1E-C966-2B8A-4FED-257807EB140E}"/>
          </ac:spMkLst>
        </pc:spChg>
        <pc:spChg chg="add del mod">
          <ac:chgData name="Natara Iata Pimoe" userId="S::iatapn01@myunitec.ac.nz::8635f0d9-0325-4000-8f83-6abc460f2669" providerId="AD" clId="Web-{6BBF6319-45E4-867F-0085-916ABDD9549E}" dt="2025-05-25T12:02:09.487" v="441"/>
          <ac:spMkLst>
            <pc:docMk/>
            <pc:sldMk cId="2645726629" sldId="275"/>
            <ac:spMk id="12" creationId="{16CF4A01-29B1-DF70-4DD1-97B68F8BCA77}"/>
          </ac:spMkLst>
        </pc:spChg>
        <pc:spChg chg="del">
          <ac:chgData name="Natara Iata Pimoe" userId="S::iatapn01@myunitec.ac.nz::8635f0d9-0325-4000-8f83-6abc460f2669" providerId="AD" clId="Web-{6BBF6319-45E4-867F-0085-916ABDD9549E}" dt="2025-05-25T11:34:49.489" v="350"/>
          <ac:spMkLst>
            <pc:docMk/>
            <pc:sldMk cId="2645726629" sldId="275"/>
            <ac:spMk id="13" creationId="{918579D0-7D67-F9CE-1787-FC59092537B7}"/>
          </ac:spMkLst>
        </pc:spChg>
        <pc:spChg chg="ord">
          <ac:chgData name="Natara Iata Pimoe" userId="S::iatapn01@myunitec.ac.nz::8635f0d9-0325-4000-8f83-6abc460f2669" providerId="AD" clId="Web-{6BBF6319-45E4-867F-0085-916ABDD9549E}" dt="2025-05-25T12:08:58.144" v="635"/>
          <ac:spMkLst>
            <pc:docMk/>
            <pc:sldMk cId="2645726629" sldId="275"/>
            <ac:spMk id="14" creationId="{5877034B-36F5-9D04-1BA4-937649A677E4}"/>
          </ac:spMkLst>
        </pc:spChg>
        <pc:spChg chg="add del mod">
          <ac:chgData name="Natara Iata Pimoe" userId="S::iatapn01@myunitec.ac.nz::8635f0d9-0325-4000-8f83-6abc460f2669" providerId="AD" clId="Web-{6BBF6319-45E4-867F-0085-916ABDD9549E}" dt="2025-05-25T12:02:09.487" v="440"/>
          <ac:spMkLst>
            <pc:docMk/>
            <pc:sldMk cId="2645726629" sldId="275"/>
            <ac:spMk id="15" creationId="{2B77AF56-FCF8-726C-0491-07A2477F6694}"/>
          </ac:spMkLst>
        </pc:spChg>
        <pc:spChg chg="del">
          <ac:chgData name="Natara Iata Pimoe" userId="S::iatapn01@myunitec.ac.nz::8635f0d9-0325-4000-8f83-6abc460f2669" providerId="AD" clId="Web-{6BBF6319-45E4-867F-0085-916ABDD9549E}" dt="2025-05-25T12:05:29.341" v="506"/>
          <ac:spMkLst>
            <pc:docMk/>
            <pc:sldMk cId="2645726629" sldId="275"/>
            <ac:spMk id="16" creationId="{57345284-7E57-7B87-533E-1ED2BCE6EF6E}"/>
          </ac:spMkLst>
        </pc:spChg>
        <pc:spChg chg="del">
          <ac:chgData name="Natara Iata Pimoe" userId="S::iatapn01@myunitec.ac.nz::8635f0d9-0325-4000-8f83-6abc460f2669" providerId="AD" clId="Web-{6BBF6319-45E4-867F-0085-916ABDD9549E}" dt="2025-05-25T12:05:29.341" v="505"/>
          <ac:spMkLst>
            <pc:docMk/>
            <pc:sldMk cId="2645726629" sldId="275"/>
            <ac:spMk id="17" creationId="{86F2AAE3-9C22-88DA-0978-E20E9B6C93A6}"/>
          </ac:spMkLst>
        </pc:spChg>
        <pc:spChg chg="add del mod">
          <ac:chgData name="Natara Iata Pimoe" userId="S::iatapn01@myunitec.ac.nz::8635f0d9-0325-4000-8f83-6abc460f2669" providerId="AD" clId="Web-{6BBF6319-45E4-867F-0085-916ABDD9549E}" dt="2025-05-25T12:04:35.960" v="490"/>
          <ac:spMkLst>
            <pc:docMk/>
            <pc:sldMk cId="2645726629" sldId="275"/>
            <ac:spMk id="18" creationId="{8255ADC1-9B96-2411-B398-9204F02E8286}"/>
          </ac:spMkLst>
        </pc:spChg>
        <pc:spChg chg="del">
          <ac:chgData name="Natara Iata Pimoe" userId="S::iatapn01@myunitec.ac.nz::8635f0d9-0325-4000-8f83-6abc460f2669" providerId="AD" clId="Web-{6BBF6319-45E4-867F-0085-916ABDD9549E}" dt="2025-05-25T11:34:49.489" v="349"/>
          <ac:spMkLst>
            <pc:docMk/>
            <pc:sldMk cId="2645726629" sldId="275"/>
            <ac:spMk id="19" creationId="{43FFB4D6-02E6-F5D0-0507-1F4DE82FFE6C}"/>
          </ac:spMkLst>
        </pc:spChg>
        <pc:spChg chg="del">
          <ac:chgData name="Natara Iata Pimoe" userId="S::iatapn01@myunitec.ac.nz::8635f0d9-0325-4000-8f83-6abc460f2669" providerId="AD" clId="Web-{6BBF6319-45E4-867F-0085-916ABDD9549E}" dt="2025-05-25T12:06:00.139" v="521"/>
          <ac:spMkLst>
            <pc:docMk/>
            <pc:sldMk cId="2645726629" sldId="275"/>
            <ac:spMk id="20" creationId="{93E90E4D-BC57-BA52-5828-3F08FCC7670B}"/>
          </ac:spMkLst>
        </pc:spChg>
        <pc:spChg chg="add del mod">
          <ac:chgData name="Natara Iata Pimoe" userId="S::iatapn01@myunitec.ac.nz::8635f0d9-0325-4000-8f83-6abc460f2669" providerId="AD" clId="Web-{6BBF6319-45E4-867F-0085-916ABDD9549E}" dt="2025-05-25T12:04:35.960" v="489"/>
          <ac:spMkLst>
            <pc:docMk/>
            <pc:sldMk cId="2645726629" sldId="275"/>
            <ac:spMk id="23" creationId="{48CDCA3E-1A27-50CA-EB0F-14A90FAB7620}"/>
          </ac:spMkLst>
        </pc:spChg>
        <pc:spChg chg="add del mod">
          <ac:chgData name="Natara Iata Pimoe" userId="S::iatapn01@myunitec.ac.nz::8635f0d9-0325-4000-8f83-6abc460f2669" providerId="AD" clId="Web-{6BBF6319-45E4-867F-0085-916ABDD9549E}" dt="2025-05-25T11:37:23.681" v="387"/>
          <ac:spMkLst>
            <pc:docMk/>
            <pc:sldMk cId="2645726629" sldId="275"/>
            <ac:spMk id="24" creationId="{CAE8DC50-9968-1726-6D11-9E90438CD9A6}"/>
          </ac:spMkLst>
        </pc:spChg>
        <pc:spChg chg="del mod">
          <ac:chgData name="Natara Iata Pimoe" userId="S::iatapn01@myunitec.ac.nz::8635f0d9-0325-4000-8f83-6abc460f2669" providerId="AD" clId="Web-{6BBF6319-45E4-867F-0085-916ABDD9549E}" dt="2025-05-25T11:34:22.395" v="348"/>
          <ac:spMkLst>
            <pc:docMk/>
            <pc:sldMk cId="2645726629" sldId="275"/>
            <ac:spMk id="25" creationId="{604A8A0A-0F0D-58C8-B5BA-C2E649A2B0D2}"/>
          </ac:spMkLst>
        </pc:spChg>
        <pc:spChg chg="del mod">
          <ac:chgData name="Natara Iata Pimoe" userId="S::iatapn01@myunitec.ac.nz::8635f0d9-0325-4000-8f83-6abc460f2669" providerId="AD" clId="Web-{6BBF6319-45E4-867F-0085-916ABDD9549E}" dt="2025-05-25T11:34:22.395" v="347"/>
          <ac:spMkLst>
            <pc:docMk/>
            <pc:sldMk cId="2645726629" sldId="275"/>
            <ac:spMk id="26" creationId="{68A1D3CC-6199-0D59-9E43-D744CBF2D5E8}"/>
          </ac:spMkLst>
        </pc:spChg>
        <pc:spChg chg="add del mod">
          <ac:chgData name="Natara Iata Pimoe" userId="S::iatapn01@myunitec.ac.nz::8635f0d9-0325-4000-8f83-6abc460f2669" providerId="AD" clId="Web-{6BBF6319-45E4-867F-0085-916ABDD9549E}" dt="2025-05-25T11:37:23.681" v="386"/>
          <ac:spMkLst>
            <pc:docMk/>
            <pc:sldMk cId="2645726629" sldId="275"/>
            <ac:spMk id="27" creationId="{DC06B9A7-3BE8-ECDF-963A-6F2EFF36A75F}"/>
          </ac:spMkLst>
        </pc:spChg>
        <pc:spChg chg="del">
          <ac:chgData name="Natara Iata Pimoe" userId="S::iatapn01@myunitec.ac.nz::8635f0d9-0325-4000-8f83-6abc460f2669" providerId="AD" clId="Web-{6BBF6319-45E4-867F-0085-916ABDD9549E}" dt="2025-05-25T11:34:22.395" v="346"/>
          <ac:spMkLst>
            <pc:docMk/>
            <pc:sldMk cId="2645726629" sldId="275"/>
            <ac:spMk id="28" creationId="{9C4953A4-4D8F-9DF7-29EF-0B4BC4F2437A}"/>
          </ac:spMkLst>
        </pc:spChg>
        <pc:spChg chg="add del mod">
          <ac:chgData name="Natara Iata Pimoe" userId="S::iatapn01@myunitec.ac.nz::8635f0d9-0325-4000-8f83-6abc460f2669" providerId="AD" clId="Web-{6BBF6319-45E4-867F-0085-916ABDD9549E}" dt="2025-05-25T12:05:29.341" v="504"/>
          <ac:spMkLst>
            <pc:docMk/>
            <pc:sldMk cId="2645726629" sldId="275"/>
            <ac:spMk id="30" creationId="{E9EDAFF4-637B-EDEE-01F4-BE44AABD7BFB}"/>
          </ac:spMkLst>
        </pc:spChg>
        <pc:spChg chg="del">
          <ac:chgData name="Natara Iata Pimoe" userId="S::iatapn01@myunitec.ac.nz::8635f0d9-0325-4000-8f83-6abc460f2669" providerId="AD" clId="Web-{6BBF6319-45E4-867F-0085-916ABDD9549E}" dt="2025-05-25T11:34:22.395" v="345"/>
          <ac:spMkLst>
            <pc:docMk/>
            <pc:sldMk cId="2645726629" sldId="275"/>
            <ac:spMk id="31" creationId="{BE75AF55-ADDE-B873-33F7-5DC993D75F41}"/>
          </ac:spMkLst>
        </pc:spChg>
        <pc:spChg chg="del">
          <ac:chgData name="Natara Iata Pimoe" userId="S::iatapn01@myunitec.ac.nz::8635f0d9-0325-4000-8f83-6abc460f2669" providerId="AD" clId="Web-{6BBF6319-45E4-867F-0085-916ABDD9549E}" dt="2025-05-25T11:34:22.395" v="344"/>
          <ac:spMkLst>
            <pc:docMk/>
            <pc:sldMk cId="2645726629" sldId="275"/>
            <ac:spMk id="32" creationId="{C317AEFB-5EA0-A9A2-8D6C-592826E73092}"/>
          </ac:spMkLst>
        </pc:spChg>
        <pc:spChg chg="del">
          <ac:chgData name="Natara Iata Pimoe" userId="S::iatapn01@myunitec.ac.nz::8635f0d9-0325-4000-8f83-6abc460f2669" providerId="AD" clId="Web-{6BBF6319-45E4-867F-0085-916ABDD9549E}" dt="2025-05-25T11:34:22.395" v="343"/>
          <ac:spMkLst>
            <pc:docMk/>
            <pc:sldMk cId="2645726629" sldId="275"/>
            <ac:spMk id="33" creationId="{21871E87-4735-DD70-EAF9-9849458BF2FC}"/>
          </ac:spMkLst>
        </pc:spChg>
        <pc:spChg chg="del">
          <ac:chgData name="Natara Iata Pimoe" userId="S::iatapn01@myunitec.ac.nz::8635f0d9-0325-4000-8f83-6abc460f2669" providerId="AD" clId="Web-{6BBF6319-45E4-867F-0085-916ABDD9549E}" dt="2025-05-25T11:34:22.395" v="342"/>
          <ac:spMkLst>
            <pc:docMk/>
            <pc:sldMk cId="2645726629" sldId="275"/>
            <ac:spMk id="34" creationId="{58F46192-977E-ACC1-F3E8-DF91E70B8ED3}"/>
          </ac:spMkLst>
        </pc:spChg>
        <pc:spChg chg="del">
          <ac:chgData name="Natara Iata Pimoe" userId="S::iatapn01@myunitec.ac.nz::8635f0d9-0325-4000-8f83-6abc460f2669" providerId="AD" clId="Web-{6BBF6319-45E4-867F-0085-916ABDD9549E}" dt="2025-05-25T11:34:22.395" v="341"/>
          <ac:spMkLst>
            <pc:docMk/>
            <pc:sldMk cId="2645726629" sldId="275"/>
            <ac:spMk id="35" creationId="{9CCBD949-58DC-26DA-9AE3-2C82A0331C30}"/>
          </ac:spMkLst>
        </pc:spChg>
        <pc:spChg chg="del">
          <ac:chgData name="Natara Iata Pimoe" userId="S::iatapn01@myunitec.ac.nz::8635f0d9-0325-4000-8f83-6abc460f2669" providerId="AD" clId="Web-{6BBF6319-45E4-867F-0085-916ABDD9549E}" dt="2025-05-25T11:34:22.395" v="340"/>
          <ac:spMkLst>
            <pc:docMk/>
            <pc:sldMk cId="2645726629" sldId="275"/>
            <ac:spMk id="36" creationId="{12F031BF-42D5-5A1E-5F0F-3B40CFD30A35}"/>
          </ac:spMkLst>
        </pc:spChg>
        <pc:spChg chg="del">
          <ac:chgData name="Natara Iata Pimoe" userId="S::iatapn01@myunitec.ac.nz::8635f0d9-0325-4000-8f83-6abc460f2669" providerId="AD" clId="Web-{6BBF6319-45E4-867F-0085-916ABDD9549E}" dt="2025-05-25T11:34:22.395" v="339"/>
          <ac:spMkLst>
            <pc:docMk/>
            <pc:sldMk cId="2645726629" sldId="275"/>
            <ac:spMk id="37" creationId="{A7CCC092-92B5-FFA4-F96C-BF057C5CD6B2}"/>
          </ac:spMkLst>
        </pc:spChg>
        <pc:spChg chg="del">
          <ac:chgData name="Natara Iata Pimoe" userId="S::iatapn01@myunitec.ac.nz::8635f0d9-0325-4000-8f83-6abc460f2669" providerId="AD" clId="Web-{6BBF6319-45E4-867F-0085-916ABDD9549E}" dt="2025-05-25T11:34:22.379" v="338"/>
          <ac:spMkLst>
            <pc:docMk/>
            <pc:sldMk cId="2645726629" sldId="275"/>
            <ac:spMk id="38" creationId="{086DF6D6-E335-6FB2-2F14-822AFDA73611}"/>
          </ac:spMkLst>
        </pc:spChg>
        <pc:spChg chg="add del mod">
          <ac:chgData name="Natara Iata Pimoe" userId="S::iatapn01@myunitec.ac.nz::8635f0d9-0325-4000-8f83-6abc460f2669" providerId="AD" clId="Web-{6BBF6319-45E4-867F-0085-916ABDD9549E}" dt="2025-05-25T12:05:29.341" v="503"/>
          <ac:spMkLst>
            <pc:docMk/>
            <pc:sldMk cId="2645726629" sldId="275"/>
            <ac:spMk id="39" creationId="{7162651E-2D0F-EB7B-1759-F6B275AB90F9}"/>
          </ac:spMkLst>
        </pc:spChg>
        <pc:spChg chg="add del mod">
          <ac:chgData name="Natara Iata Pimoe" userId="S::iatapn01@myunitec.ac.nz::8635f0d9-0325-4000-8f83-6abc460f2669" providerId="AD" clId="Web-{6BBF6319-45E4-867F-0085-916ABDD9549E}" dt="2025-05-25T12:06:00.139" v="520"/>
          <ac:spMkLst>
            <pc:docMk/>
            <pc:sldMk cId="2645726629" sldId="275"/>
            <ac:spMk id="40" creationId="{548F5441-880D-0EFE-CA48-9380D6B08CF4}"/>
          </ac:spMkLst>
        </pc:spChg>
        <pc:spChg chg="add del mod">
          <ac:chgData name="Natara Iata Pimoe" userId="S::iatapn01@myunitec.ac.nz::8635f0d9-0325-4000-8f83-6abc460f2669" providerId="AD" clId="Web-{6BBF6319-45E4-867F-0085-916ABDD9549E}" dt="2025-05-25T12:06:00.139" v="519"/>
          <ac:spMkLst>
            <pc:docMk/>
            <pc:sldMk cId="2645726629" sldId="275"/>
            <ac:spMk id="41" creationId="{F6D8433F-41A7-3C2C-D6AE-FC1B7ED4C4FF}"/>
          </ac:spMkLst>
        </pc:spChg>
        <pc:spChg chg="add del mod">
          <ac:chgData name="Natara Iata Pimoe" userId="S::iatapn01@myunitec.ac.nz::8635f0d9-0325-4000-8f83-6abc460f2669" providerId="AD" clId="Web-{6BBF6319-45E4-867F-0085-916ABDD9549E}" dt="2025-05-25T12:05:29.341" v="502"/>
          <ac:spMkLst>
            <pc:docMk/>
            <pc:sldMk cId="2645726629" sldId="275"/>
            <ac:spMk id="42" creationId="{63A98A9D-A3BE-2F5F-9408-42C0A1982ABD}"/>
          </ac:spMkLst>
        </pc:spChg>
        <pc:spChg chg="add del mod">
          <ac:chgData name="Natara Iata Pimoe" userId="S::iatapn01@myunitec.ac.nz::8635f0d9-0325-4000-8f83-6abc460f2669" providerId="AD" clId="Web-{6BBF6319-45E4-867F-0085-916ABDD9549E}" dt="2025-05-25T12:05:29.341" v="501"/>
          <ac:spMkLst>
            <pc:docMk/>
            <pc:sldMk cId="2645726629" sldId="275"/>
            <ac:spMk id="43" creationId="{7F73FB01-07B5-8C81-66AA-90E6AE4B8DB4}"/>
          </ac:spMkLst>
        </pc:spChg>
        <pc:spChg chg="add mod">
          <ac:chgData name="Natara Iata Pimoe" userId="S::iatapn01@myunitec.ac.nz::8635f0d9-0325-4000-8f83-6abc460f2669" providerId="AD" clId="Web-{6BBF6319-45E4-867F-0085-916ABDD9549E}" dt="2025-05-25T12:39:47.014" v="812"/>
          <ac:spMkLst>
            <pc:docMk/>
            <pc:sldMk cId="2645726629" sldId="275"/>
            <ac:spMk id="45" creationId="{C8D0A70E-10E8-9C9E-98A7-8049541E0426}"/>
          </ac:spMkLst>
        </pc:spChg>
        <pc:spChg chg="add mod">
          <ac:chgData name="Natara Iata Pimoe" userId="S::iatapn01@myunitec.ac.nz::8635f0d9-0325-4000-8f83-6abc460f2669" providerId="AD" clId="Web-{6BBF6319-45E4-867F-0085-916ABDD9549E}" dt="2025-05-25T12:09:03.769" v="636" actId="20577"/>
          <ac:spMkLst>
            <pc:docMk/>
            <pc:sldMk cId="2645726629" sldId="275"/>
            <ac:spMk id="46" creationId="{F3759F98-D5FB-83F7-C71C-1C1F5FDB9CEB}"/>
          </ac:spMkLst>
        </pc:spChg>
        <pc:spChg chg="add mod ord">
          <ac:chgData name="Natara Iata Pimoe" userId="S::iatapn01@myunitec.ac.nz::8635f0d9-0325-4000-8f83-6abc460f2669" providerId="AD" clId="Web-{6BBF6319-45E4-867F-0085-916ABDD9549E}" dt="2025-05-25T12:39:47.014" v="807"/>
          <ac:spMkLst>
            <pc:docMk/>
            <pc:sldMk cId="2645726629" sldId="275"/>
            <ac:spMk id="48" creationId="{632299D9-1068-0A96-0F18-B7BBBD1D7DEA}"/>
          </ac:spMkLst>
        </pc:spChg>
        <pc:spChg chg="add mod">
          <ac:chgData name="Natara Iata Pimoe" userId="S::iatapn01@myunitec.ac.nz::8635f0d9-0325-4000-8f83-6abc460f2669" providerId="AD" clId="Web-{6BBF6319-45E4-867F-0085-916ABDD9549E}" dt="2025-05-25T12:39:47.029" v="813"/>
          <ac:spMkLst>
            <pc:docMk/>
            <pc:sldMk cId="2645726629" sldId="275"/>
            <ac:spMk id="52" creationId="{A3811F47-9561-C0F3-6B3E-9C95C54484EA}"/>
          </ac:spMkLst>
        </pc:spChg>
        <pc:spChg chg="add mod">
          <ac:chgData name="Natara Iata Pimoe" userId="S::iatapn01@myunitec.ac.nz::8635f0d9-0325-4000-8f83-6abc460f2669" providerId="AD" clId="Web-{6BBF6319-45E4-867F-0085-916ABDD9549E}" dt="2025-05-25T12:09:07.691" v="637" actId="20577"/>
          <ac:spMkLst>
            <pc:docMk/>
            <pc:sldMk cId="2645726629" sldId="275"/>
            <ac:spMk id="53" creationId="{650ADDC9-8682-7F7E-0330-DC7B89BEA56D}"/>
          </ac:spMkLst>
        </pc:spChg>
        <pc:spChg chg="add mod ord">
          <ac:chgData name="Natara Iata Pimoe" userId="S::iatapn01@myunitec.ac.nz::8635f0d9-0325-4000-8f83-6abc460f2669" providerId="AD" clId="Web-{6BBF6319-45E4-867F-0085-916ABDD9549E}" dt="2025-05-25T12:39:47.014" v="808"/>
          <ac:spMkLst>
            <pc:docMk/>
            <pc:sldMk cId="2645726629" sldId="275"/>
            <ac:spMk id="55" creationId="{EB366D4D-BD96-9425-215D-50FF8B3E4B54}"/>
          </ac:spMkLst>
        </pc:spChg>
        <pc:spChg chg="add mod">
          <ac:chgData name="Natara Iata Pimoe" userId="S::iatapn01@myunitec.ac.nz::8635f0d9-0325-4000-8f83-6abc460f2669" providerId="AD" clId="Web-{6BBF6319-45E4-867F-0085-916ABDD9549E}" dt="2025-05-25T12:39:47.029" v="814"/>
          <ac:spMkLst>
            <pc:docMk/>
            <pc:sldMk cId="2645726629" sldId="275"/>
            <ac:spMk id="57" creationId="{8458E562-593D-D5F1-29D3-685649C4C9A1}"/>
          </ac:spMkLst>
        </pc:spChg>
        <pc:spChg chg="add mod">
          <ac:chgData name="Natara Iata Pimoe" userId="S::iatapn01@myunitec.ac.nz::8635f0d9-0325-4000-8f83-6abc460f2669" providerId="AD" clId="Web-{6BBF6319-45E4-867F-0085-916ABDD9549E}" dt="2025-05-25T12:09:11.160" v="638" actId="20577"/>
          <ac:spMkLst>
            <pc:docMk/>
            <pc:sldMk cId="2645726629" sldId="275"/>
            <ac:spMk id="58" creationId="{0EBE7396-CAC7-4E25-D727-62E04926BCD5}"/>
          </ac:spMkLst>
        </pc:spChg>
        <pc:spChg chg="add mod ord">
          <ac:chgData name="Natara Iata Pimoe" userId="S::iatapn01@myunitec.ac.nz::8635f0d9-0325-4000-8f83-6abc460f2669" providerId="AD" clId="Web-{6BBF6319-45E4-867F-0085-916ABDD9549E}" dt="2025-05-25T12:39:47.014" v="809"/>
          <ac:spMkLst>
            <pc:docMk/>
            <pc:sldMk cId="2645726629" sldId="275"/>
            <ac:spMk id="60" creationId="{B6F4BB0B-B3AE-58AA-162C-920BD285465D}"/>
          </ac:spMkLst>
        </pc:spChg>
        <pc:spChg chg="add mod">
          <ac:chgData name="Natara Iata Pimoe" userId="S::iatapn01@myunitec.ac.nz::8635f0d9-0325-4000-8f83-6abc460f2669" providerId="AD" clId="Web-{6BBF6319-45E4-867F-0085-916ABDD9549E}" dt="2025-05-25T12:39:47.029" v="815"/>
          <ac:spMkLst>
            <pc:docMk/>
            <pc:sldMk cId="2645726629" sldId="275"/>
            <ac:spMk id="62" creationId="{C1E0C9A0-5018-53E5-E2AA-EAE3AB382554}"/>
          </ac:spMkLst>
        </pc:spChg>
        <pc:spChg chg="add mod">
          <ac:chgData name="Natara Iata Pimoe" userId="S::iatapn01@myunitec.ac.nz::8635f0d9-0325-4000-8f83-6abc460f2669" providerId="AD" clId="Web-{6BBF6319-45E4-867F-0085-916ABDD9549E}" dt="2025-05-25T12:09:14.582" v="639" actId="20577"/>
          <ac:spMkLst>
            <pc:docMk/>
            <pc:sldMk cId="2645726629" sldId="275"/>
            <ac:spMk id="63" creationId="{962ACD20-C6FE-71FD-E0B6-3964A03738FE}"/>
          </ac:spMkLst>
        </pc:spChg>
        <pc:spChg chg="add mod ord">
          <ac:chgData name="Natara Iata Pimoe" userId="S::iatapn01@myunitec.ac.nz::8635f0d9-0325-4000-8f83-6abc460f2669" providerId="AD" clId="Web-{6BBF6319-45E4-867F-0085-916ABDD9549E}" dt="2025-05-25T12:39:47.014" v="810"/>
          <ac:spMkLst>
            <pc:docMk/>
            <pc:sldMk cId="2645726629" sldId="275"/>
            <ac:spMk id="65" creationId="{C90D62A4-AFD3-5EF8-86E9-169C1C9E322A}"/>
          </ac:spMkLst>
        </pc:spChg>
        <pc:spChg chg="add mod">
          <ac:chgData name="Natara Iata Pimoe" userId="S::iatapn01@myunitec.ac.nz::8635f0d9-0325-4000-8f83-6abc460f2669" providerId="AD" clId="Web-{6BBF6319-45E4-867F-0085-916ABDD9549E}" dt="2025-05-25T12:39:47.185" v="816"/>
          <ac:spMkLst>
            <pc:docMk/>
            <pc:sldMk cId="2645726629" sldId="275"/>
            <ac:spMk id="67" creationId="{3A1B69F0-3DDC-467A-0CFD-B53374414386}"/>
          </ac:spMkLst>
        </pc:spChg>
        <pc:spChg chg="add mod">
          <ac:chgData name="Natara Iata Pimoe" userId="S::iatapn01@myunitec.ac.nz::8635f0d9-0325-4000-8f83-6abc460f2669" providerId="AD" clId="Web-{6BBF6319-45E4-867F-0085-916ABDD9549E}" dt="2025-05-25T12:40:35.577" v="818" actId="14100"/>
          <ac:spMkLst>
            <pc:docMk/>
            <pc:sldMk cId="2645726629" sldId="275"/>
            <ac:spMk id="68" creationId="{A73B8A3B-3161-F6DA-B3F9-C1E1891ECB24}"/>
          </ac:spMkLst>
        </pc:spChg>
        <pc:spChg chg="add mod ord">
          <ac:chgData name="Natara Iata Pimoe" userId="S::iatapn01@myunitec.ac.nz::8635f0d9-0325-4000-8f83-6abc460f2669" providerId="AD" clId="Web-{6BBF6319-45E4-867F-0085-916ABDD9549E}" dt="2025-05-25T12:39:47.014" v="811"/>
          <ac:spMkLst>
            <pc:docMk/>
            <pc:sldMk cId="2645726629" sldId="275"/>
            <ac:spMk id="70" creationId="{BFF470F8-FA89-82CF-49DC-3674EF36AB72}"/>
          </ac:spMkLst>
        </pc:spChg>
        <pc:spChg chg="add del mod">
          <ac:chgData name="Natara Iata Pimoe" userId="S::iatapn01@myunitec.ac.nz::8635f0d9-0325-4000-8f83-6abc460f2669" providerId="AD" clId="Web-{6BBF6319-45E4-867F-0085-916ABDD9549E}" dt="2025-05-25T12:12:15.009" v="690"/>
          <ac:spMkLst>
            <pc:docMk/>
            <pc:sldMk cId="2645726629" sldId="275"/>
            <ac:spMk id="71" creationId="{5F292050-0DEA-5DD8-E025-DA0CEB070E44}"/>
          </ac:spMkLst>
        </pc:spChg>
        <pc:cxnChg chg="mod ord">
          <ac:chgData name="Natara Iata Pimoe" userId="S::iatapn01@myunitec.ac.nz::8635f0d9-0325-4000-8f83-6abc460f2669" providerId="AD" clId="Web-{6BBF6319-45E4-867F-0085-916ABDD9549E}" dt="2025-05-25T12:07:40.751" v="580"/>
          <ac:cxnSpMkLst>
            <pc:docMk/>
            <pc:sldMk cId="2645726629" sldId="275"/>
            <ac:cxnSpMk id="21" creationId="{F9C48E9F-24C5-6C0C-BFAD-986164BEA43D}"/>
          </ac:cxnSpMkLst>
        </pc:cxnChg>
        <pc:cxnChg chg="mod ord">
          <ac:chgData name="Natara Iata Pimoe" userId="S::iatapn01@myunitec.ac.nz::8635f0d9-0325-4000-8f83-6abc460f2669" providerId="AD" clId="Web-{6BBF6319-45E4-867F-0085-916ABDD9549E}" dt="2025-05-25T12:07:56.423" v="583" actId="14100"/>
          <ac:cxnSpMkLst>
            <pc:docMk/>
            <pc:sldMk cId="2645726629" sldId="275"/>
            <ac:cxnSpMk id="22" creationId="{FCFD61E8-2FBB-CA5C-4DC4-E37A77076267}"/>
          </ac:cxnSpMkLst>
        </pc:cxnChg>
        <pc:cxnChg chg="add del mod">
          <ac:chgData name="Natara Iata Pimoe" userId="S::iatapn01@myunitec.ac.nz::8635f0d9-0325-4000-8f83-6abc460f2669" providerId="AD" clId="Web-{6BBF6319-45E4-867F-0085-916ABDD9549E}" dt="2025-05-25T11:37:23.681" v="385"/>
          <ac:cxnSpMkLst>
            <pc:docMk/>
            <pc:sldMk cId="2645726629" sldId="275"/>
            <ac:cxnSpMk id="29" creationId="{5FC6A292-DE10-245E-CB8D-061B97C5710A}"/>
          </ac:cxnSpMkLst>
        </pc:cxnChg>
        <pc:cxnChg chg="add del mod">
          <ac:chgData name="Natara Iata Pimoe" userId="S::iatapn01@myunitec.ac.nz::8635f0d9-0325-4000-8f83-6abc460f2669" providerId="AD" clId="Web-{6BBF6319-45E4-867F-0085-916ABDD9549E}" dt="2025-05-25T12:02:09.487" v="439"/>
          <ac:cxnSpMkLst>
            <pc:docMk/>
            <pc:sldMk cId="2645726629" sldId="275"/>
            <ac:cxnSpMk id="49" creationId="{5D1376CE-B230-FCE6-4569-643544DBDE7D}"/>
          </ac:cxnSpMkLst>
        </pc:cxnChg>
        <pc:cxnChg chg="add del mod">
          <ac:chgData name="Natara Iata Pimoe" userId="S::iatapn01@myunitec.ac.nz::8635f0d9-0325-4000-8f83-6abc460f2669" providerId="AD" clId="Web-{6BBF6319-45E4-867F-0085-916ABDD9549E}" dt="2025-05-25T12:02:09.487" v="438"/>
          <ac:cxnSpMkLst>
            <pc:docMk/>
            <pc:sldMk cId="2645726629" sldId="275"/>
            <ac:cxnSpMk id="50" creationId="{31C22F2E-3614-4989-92A4-74AFD0D9D447}"/>
          </ac:cxnSpMkLst>
        </pc:cxnChg>
      </pc:sldChg>
      <pc:sldChg chg="modSp add replId modNotes">
        <pc:chgData name="Natara Iata Pimoe" userId="S::iatapn01@myunitec.ac.nz::8635f0d9-0325-4000-8f83-6abc460f2669" providerId="AD" clId="Web-{6BBF6319-45E4-867F-0085-916ABDD9549E}" dt="2025-05-25T12:41:37.517" v="823" actId="20577"/>
        <pc:sldMkLst>
          <pc:docMk/>
          <pc:sldMk cId="3002341011" sldId="276"/>
        </pc:sldMkLst>
        <pc:spChg chg="mod">
          <ac:chgData name="Natara Iata Pimoe" userId="S::iatapn01@myunitec.ac.nz::8635f0d9-0325-4000-8f83-6abc460f2669" providerId="AD" clId="Web-{6BBF6319-45E4-867F-0085-916ABDD9549E}" dt="2025-05-25T12:21:01.117" v="739" actId="20577"/>
          <ac:spMkLst>
            <pc:docMk/>
            <pc:sldMk cId="3002341011" sldId="276"/>
            <ac:spMk id="3" creationId="{E79624AA-E723-43D2-124C-D5A7505FA341}"/>
          </ac:spMkLst>
        </pc:spChg>
        <pc:spChg chg="mod">
          <ac:chgData name="Natara Iata Pimoe" userId="S::iatapn01@myunitec.ac.nz::8635f0d9-0325-4000-8f83-6abc460f2669" providerId="AD" clId="Web-{6BBF6319-45E4-867F-0085-916ABDD9549E}" dt="2025-05-25T12:39:27.154" v="802"/>
          <ac:spMkLst>
            <pc:docMk/>
            <pc:sldMk cId="3002341011" sldId="276"/>
            <ac:spMk id="45" creationId="{C69D27C1-46D2-E4D3-651E-8AFC4F6ACCCA}"/>
          </ac:spMkLst>
        </pc:spChg>
        <pc:spChg chg="mod">
          <ac:chgData name="Natara Iata Pimoe" userId="S::iatapn01@myunitec.ac.nz::8635f0d9-0325-4000-8f83-6abc460f2669" providerId="AD" clId="Web-{6BBF6319-45E4-867F-0085-916ABDD9549E}" dt="2025-05-25T12:41:21.704" v="819" actId="20577"/>
          <ac:spMkLst>
            <pc:docMk/>
            <pc:sldMk cId="3002341011" sldId="276"/>
            <ac:spMk id="46" creationId="{334DA965-80BC-7E11-EEA4-F3138B651ABF}"/>
          </ac:spMkLst>
        </pc:spChg>
        <pc:spChg chg="mod">
          <ac:chgData name="Natara Iata Pimoe" userId="S::iatapn01@myunitec.ac.nz::8635f0d9-0325-4000-8f83-6abc460f2669" providerId="AD" clId="Web-{6BBF6319-45E4-867F-0085-916ABDD9549E}" dt="2025-05-25T12:39:27.154" v="797"/>
          <ac:spMkLst>
            <pc:docMk/>
            <pc:sldMk cId="3002341011" sldId="276"/>
            <ac:spMk id="48" creationId="{AC9EDC9B-E4C8-AFCD-2AA1-45B7BFAA9F5A}"/>
          </ac:spMkLst>
        </pc:spChg>
        <pc:spChg chg="mod">
          <ac:chgData name="Natara Iata Pimoe" userId="S::iatapn01@myunitec.ac.nz::8635f0d9-0325-4000-8f83-6abc460f2669" providerId="AD" clId="Web-{6BBF6319-45E4-867F-0085-916ABDD9549E}" dt="2025-05-25T12:39:27.169" v="803"/>
          <ac:spMkLst>
            <pc:docMk/>
            <pc:sldMk cId="3002341011" sldId="276"/>
            <ac:spMk id="52" creationId="{5584C556-4911-C548-D80E-642844FD6D0A}"/>
          </ac:spMkLst>
        </pc:spChg>
        <pc:spChg chg="mod">
          <ac:chgData name="Natara Iata Pimoe" userId="S::iatapn01@myunitec.ac.nz::8635f0d9-0325-4000-8f83-6abc460f2669" providerId="AD" clId="Web-{6BBF6319-45E4-867F-0085-916ABDD9549E}" dt="2025-05-25T12:41:25.735" v="820" actId="20577"/>
          <ac:spMkLst>
            <pc:docMk/>
            <pc:sldMk cId="3002341011" sldId="276"/>
            <ac:spMk id="53" creationId="{294386BC-7D11-C359-7857-1DDECBA4466E}"/>
          </ac:spMkLst>
        </pc:spChg>
        <pc:spChg chg="mod">
          <ac:chgData name="Natara Iata Pimoe" userId="S::iatapn01@myunitec.ac.nz::8635f0d9-0325-4000-8f83-6abc460f2669" providerId="AD" clId="Web-{6BBF6319-45E4-867F-0085-916ABDD9549E}" dt="2025-05-25T12:39:27.154" v="798"/>
          <ac:spMkLst>
            <pc:docMk/>
            <pc:sldMk cId="3002341011" sldId="276"/>
            <ac:spMk id="55" creationId="{0454052C-AECD-F1A7-C523-D2C78670613E}"/>
          </ac:spMkLst>
        </pc:spChg>
        <pc:spChg chg="mod">
          <ac:chgData name="Natara Iata Pimoe" userId="S::iatapn01@myunitec.ac.nz::8635f0d9-0325-4000-8f83-6abc460f2669" providerId="AD" clId="Web-{6BBF6319-45E4-867F-0085-916ABDD9549E}" dt="2025-05-25T12:39:27.169" v="804"/>
          <ac:spMkLst>
            <pc:docMk/>
            <pc:sldMk cId="3002341011" sldId="276"/>
            <ac:spMk id="57" creationId="{24A0DE24-482E-6473-3386-7EA305A293B4}"/>
          </ac:spMkLst>
        </pc:spChg>
        <pc:spChg chg="mod">
          <ac:chgData name="Natara Iata Pimoe" userId="S::iatapn01@myunitec.ac.nz::8635f0d9-0325-4000-8f83-6abc460f2669" providerId="AD" clId="Web-{6BBF6319-45E4-867F-0085-916ABDD9549E}" dt="2025-05-25T12:41:30.844" v="821" actId="20577"/>
          <ac:spMkLst>
            <pc:docMk/>
            <pc:sldMk cId="3002341011" sldId="276"/>
            <ac:spMk id="58" creationId="{E7EA5FA6-7955-BE0C-EA5E-7BCCE9C64175}"/>
          </ac:spMkLst>
        </pc:spChg>
        <pc:spChg chg="mod">
          <ac:chgData name="Natara Iata Pimoe" userId="S::iatapn01@myunitec.ac.nz::8635f0d9-0325-4000-8f83-6abc460f2669" providerId="AD" clId="Web-{6BBF6319-45E4-867F-0085-916ABDD9549E}" dt="2025-05-25T12:39:27.154" v="799"/>
          <ac:spMkLst>
            <pc:docMk/>
            <pc:sldMk cId="3002341011" sldId="276"/>
            <ac:spMk id="60" creationId="{425ECC8A-69EE-7F8F-1E89-B1A59596615F}"/>
          </ac:spMkLst>
        </pc:spChg>
        <pc:spChg chg="mod">
          <ac:chgData name="Natara Iata Pimoe" userId="S::iatapn01@myunitec.ac.nz::8635f0d9-0325-4000-8f83-6abc460f2669" providerId="AD" clId="Web-{6BBF6319-45E4-867F-0085-916ABDD9549E}" dt="2025-05-25T12:39:27.169" v="805"/>
          <ac:spMkLst>
            <pc:docMk/>
            <pc:sldMk cId="3002341011" sldId="276"/>
            <ac:spMk id="62" creationId="{69069C83-2E87-48B0-0448-84624E2FF6C2}"/>
          </ac:spMkLst>
        </pc:spChg>
        <pc:spChg chg="mod">
          <ac:chgData name="Natara Iata Pimoe" userId="S::iatapn01@myunitec.ac.nz::8635f0d9-0325-4000-8f83-6abc460f2669" providerId="AD" clId="Web-{6BBF6319-45E4-867F-0085-916ABDD9549E}" dt="2025-05-25T12:41:34.720" v="822" actId="20577"/>
          <ac:spMkLst>
            <pc:docMk/>
            <pc:sldMk cId="3002341011" sldId="276"/>
            <ac:spMk id="63" creationId="{E2C0C7E8-C6DF-A296-49E5-49D6DD222609}"/>
          </ac:spMkLst>
        </pc:spChg>
        <pc:spChg chg="mod">
          <ac:chgData name="Natara Iata Pimoe" userId="S::iatapn01@myunitec.ac.nz::8635f0d9-0325-4000-8f83-6abc460f2669" providerId="AD" clId="Web-{6BBF6319-45E4-867F-0085-916ABDD9549E}" dt="2025-05-25T12:39:27.154" v="800"/>
          <ac:spMkLst>
            <pc:docMk/>
            <pc:sldMk cId="3002341011" sldId="276"/>
            <ac:spMk id="65" creationId="{4A56720A-9C97-3DCA-FBB1-82B5946BD9C2}"/>
          </ac:spMkLst>
        </pc:spChg>
        <pc:spChg chg="mod">
          <ac:chgData name="Natara Iata Pimoe" userId="S::iatapn01@myunitec.ac.nz::8635f0d9-0325-4000-8f83-6abc460f2669" providerId="AD" clId="Web-{6BBF6319-45E4-867F-0085-916ABDD9549E}" dt="2025-05-25T12:39:27.372" v="806"/>
          <ac:spMkLst>
            <pc:docMk/>
            <pc:sldMk cId="3002341011" sldId="276"/>
            <ac:spMk id="67" creationId="{CE327484-FEF7-89C5-3CE2-75ADE962F386}"/>
          </ac:spMkLst>
        </pc:spChg>
        <pc:spChg chg="mod">
          <ac:chgData name="Natara Iata Pimoe" userId="S::iatapn01@myunitec.ac.nz::8635f0d9-0325-4000-8f83-6abc460f2669" providerId="AD" clId="Web-{6BBF6319-45E4-867F-0085-916ABDD9549E}" dt="2025-05-25T12:41:37.517" v="823" actId="20577"/>
          <ac:spMkLst>
            <pc:docMk/>
            <pc:sldMk cId="3002341011" sldId="276"/>
            <ac:spMk id="68" creationId="{C4BFA29C-E3C4-EAE1-7088-A7656EDE8AF0}"/>
          </ac:spMkLst>
        </pc:spChg>
        <pc:spChg chg="mod">
          <ac:chgData name="Natara Iata Pimoe" userId="S::iatapn01@myunitec.ac.nz::8635f0d9-0325-4000-8f83-6abc460f2669" providerId="AD" clId="Web-{6BBF6319-45E4-867F-0085-916ABDD9549E}" dt="2025-05-25T12:39:27.154" v="801"/>
          <ac:spMkLst>
            <pc:docMk/>
            <pc:sldMk cId="3002341011" sldId="276"/>
            <ac:spMk id="70" creationId="{3ED9AE66-BC73-7BE7-2C31-334B4E99CD66}"/>
          </ac:spMkLst>
        </pc:spChg>
      </pc:sldChg>
    </pc:docChg>
  </pc:docChgLst>
  <pc:docChgLst>
    <pc:chgData name="Natara Iata Pimoe" userId="S::iatapn01@myunitec.ac.nz::8635f0d9-0325-4000-8f83-6abc460f2669" providerId="AD" clId="Web-{B0C04881-512D-C799-DBCF-08863F0E7E13}"/>
    <pc:docChg chg="addSld delSld modSld sldOrd">
      <pc:chgData name="Natara Iata Pimoe" userId="S::iatapn01@myunitec.ac.nz::8635f0d9-0325-4000-8f83-6abc460f2669" providerId="AD" clId="Web-{B0C04881-512D-C799-DBCF-08863F0E7E13}" dt="2025-05-24T01:07:34.236" v="436"/>
      <pc:docMkLst>
        <pc:docMk/>
      </pc:docMkLst>
      <pc:sldChg chg="modSp modNotes">
        <pc:chgData name="Natara Iata Pimoe" userId="S::iatapn01@myunitec.ac.nz::8635f0d9-0325-4000-8f83-6abc460f2669" providerId="AD" clId="Web-{B0C04881-512D-C799-DBCF-08863F0E7E13}" dt="2025-05-24T01:07:34.236" v="436"/>
        <pc:sldMkLst>
          <pc:docMk/>
          <pc:sldMk cId="109857222" sldId="257"/>
        </pc:sldMkLst>
        <pc:spChg chg="mod">
          <ac:chgData name="Natara Iata Pimoe" userId="S::iatapn01@myunitec.ac.nz::8635f0d9-0325-4000-8f83-6abc460f2669" providerId="AD" clId="Web-{B0C04881-512D-C799-DBCF-08863F0E7E13}" dt="2025-05-24T00:19:04.387" v="240"/>
          <ac:spMkLst>
            <pc:docMk/>
            <pc:sldMk cId="109857222" sldId="257"/>
            <ac:spMk id="6" creationId="{24BB63E4-948F-0BED-604E-9A07971838D6}"/>
          </ac:spMkLst>
        </pc:spChg>
        <pc:spChg chg="mod">
          <ac:chgData name="Natara Iata Pimoe" userId="S::iatapn01@myunitec.ac.nz::8635f0d9-0325-4000-8f83-6abc460f2669" providerId="AD" clId="Web-{B0C04881-512D-C799-DBCF-08863F0E7E13}" dt="2025-05-24T00:23:10.225" v="279"/>
          <ac:spMkLst>
            <pc:docMk/>
            <pc:sldMk cId="109857222" sldId="257"/>
            <ac:spMk id="13" creationId="{93F1062F-BE2B-D050-EF74-D15DEDA6D45A}"/>
          </ac:spMkLst>
        </pc:spChg>
        <pc:spChg chg="mod">
          <ac:chgData name="Natara Iata Pimoe" userId="S::iatapn01@myunitec.ac.nz::8635f0d9-0325-4000-8f83-6abc460f2669" providerId="AD" clId="Web-{B0C04881-512D-C799-DBCF-08863F0E7E13}" dt="2025-05-24T00:19:30.794" v="244"/>
          <ac:spMkLst>
            <pc:docMk/>
            <pc:sldMk cId="109857222" sldId="257"/>
            <ac:spMk id="17" creationId="{47DE957F-3C56-D89D-FE22-DA43F39F99AB}"/>
          </ac:spMkLst>
        </pc:spChg>
        <pc:spChg chg="mod">
          <ac:chgData name="Natara Iata Pimoe" userId="S::iatapn01@myunitec.ac.nz::8635f0d9-0325-4000-8f83-6abc460f2669" providerId="AD" clId="Web-{B0C04881-512D-C799-DBCF-08863F0E7E13}" dt="2025-05-24T00:19:04.418" v="241"/>
          <ac:spMkLst>
            <pc:docMk/>
            <pc:sldMk cId="109857222" sldId="257"/>
            <ac:spMk id="19" creationId="{251717C2-B440-EDCA-5A92-E79ACB87BCA7}"/>
          </ac:spMkLst>
        </pc:spChg>
        <pc:spChg chg="mod">
          <ac:chgData name="Natara Iata Pimoe" userId="S::iatapn01@myunitec.ac.nz::8635f0d9-0325-4000-8f83-6abc460f2669" providerId="AD" clId="Web-{B0C04881-512D-C799-DBCF-08863F0E7E13}" dt="2025-05-24T00:23:10.256" v="280"/>
          <ac:spMkLst>
            <pc:docMk/>
            <pc:sldMk cId="109857222" sldId="257"/>
            <ac:spMk id="21" creationId="{DD822522-A372-076C-6D95-81980070ABBF}"/>
          </ac:spMkLst>
        </pc:spChg>
        <pc:spChg chg="mod">
          <ac:chgData name="Natara Iata Pimoe" userId="S::iatapn01@myunitec.ac.nz::8635f0d9-0325-4000-8f83-6abc460f2669" providerId="AD" clId="Web-{B0C04881-512D-C799-DBCF-08863F0E7E13}" dt="2025-05-24T00:19:30.825" v="245"/>
          <ac:spMkLst>
            <pc:docMk/>
            <pc:sldMk cId="109857222" sldId="257"/>
            <ac:spMk id="23" creationId="{925D04B5-C77D-A8D7-CF79-03E278FCFE42}"/>
          </ac:spMkLst>
        </pc:spChg>
      </pc:sldChg>
      <pc:sldChg chg="addSp delSp modSp modNotes">
        <pc:chgData name="Natara Iata Pimoe" userId="S::iatapn01@myunitec.ac.nz::8635f0d9-0325-4000-8f83-6abc460f2669" providerId="AD" clId="Web-{B0C04881-512D-C799-DBCF-08863F0E7E13}" dt="2025-05-24T01:05:31.857" v="429"/>
        <pc:sldMkLst>
          <pc:docMk/>
          <pc:sldMk cId="274870595" sldId="258"/>
        </pc:sldMkLst>
        <pc:spChg chg="add del">
          <ac:chgData name="Natara Iata Pimoe" userId="S::iatapn01@myunitec.ac.nz::8635f0d9-0325-4000-8f83-6abc460f2669" providerId="AD" clId="Web-{B0C04881-512D-C799-DBCF-08863F0E7E13}" dt="2025-05-24T00:44:22.180" v="375"/>
          <ac:spMkLst>
            <pc:docMk/>
            <pc:sldMk cId="274870595" sldId="258"/>
            <ac:spMk id="2" creationId="{CF1E7D88-3771-49AB-B73B-367AD76C7C08}"/>
          </ac:spMkLst>
        </pc:spChg>
        <pc:spChg chg="mod">
          <ac:chgData name="Natara Iata Pimoe" userId="S::iatapn01@myunitec.ac.nz::8635f0d9-0325-4000-8f83-6abc460f2669" providerId="AD" clId="Web-{B0C04881-512D-C799-DBCF-08863F0E7E13}" dt="2025-05-24T00:50:57.194" v="410" actId="14100"/>
          <ac:spMkLst>
            <pc:docMk/>
            <pc:sldMk cId="274870595" sldId="258"/>
            <ac:spMk id="3" creationId="{139D3209-F965-CEA3-7318-4F7FC18398C3}"/>
          </ac:spMkLst>
        </pc:spChg>
        <pc:spChg chg="mod">
          <ac:chgData name="Natara Iata Pimoe" userId="S::iatapn01@myunitec.ac.nz::8635f0d9-0325-4000-8f83-6abc460f2669" providerId="AD" clId="Web-{B0C04881-512D-C799-DBCF-08863F0E7E13}" dt="2025-05-24T00:20:02.232" v="248"/>
          <ac:spMkLst>
            <pc:docMk/>
            <pc:sldMk cId="274870595" sldId="258"/>
            <ac:spMk id="4" creationId="{2B56F0F6-D34B-334B-DFEF-E29CE7021EC1}"/>
          </ac:spMkLst>
        </pc:spChg>
        <pc:spChg chg="mod">
          <ac:chgData name="Natara Iata Pimoe" userId="S::iatapn01@myunitec.ac.nz::8635f0d9-0325-4000-8f83-6abc460f2669" providerId="AD" clId="Web-{B0C04881-512D-C799-DBCF-08863F0E7E13}" dt="2025-05-24T00:22:55.803" v="276"/>
          <ac:spMkLst>
            <pc:docMk/>
            <pc:sldMk cId="274870595" sldId="258"/>
            <ac:spMk id="7" creationId="{DF8C2119-A554-9F66-961F-7F8D924B5F4C}"/>
          </ac:spMkLst>
        </pc:spChg>
        <pc:spChg chg="mod">
          <ac:chgData name="Natara Iata Pimoe" userId="S::iatapn01@myunitec.ac.nz::8635f0d9-0325-4000-8f83-6abc460f2669" providerId="AD" clId="Web-{B0C04881-512D-C799-DBCF-08863F0E7E13}" dt="2025-05-24T00:20:02.326" v="249"/>
          <ac:spMkLst>
            <pc:docMk/>
            <pc:sldMk cId="274870595" sldId="258"/>
            <ac:spMk id="8" creationId="{FA5677C6-5417-7325-7F8E-6265C0EF1E25}"/>
          </ac:spMkLst>
        </pc:spChg>
        <pc:spChg chg="mod">
          <ac:chgData name="Natara Iata Pimoe" userId="S::iatapn01@myunitec.ac.nz::8635f0d9-0325-4000-8f83-6abc460f2669" providerId="AD" clId="Web-{B0C04881-512D-C799-DBCF-08863F0E7E13}" dt="2025-05-24T00:20:02.232" v="246"/>
          <ac:spMkLst>
            <pc:docMk/>
            <pc:sldMk cId="274870595" sldId="258"/>
            <ac:spMk id="9" creationId="{A1C291CA-9509-3E7B-10C6-0AEDD6AF13DC}"/>
          </ac:spMkLst>
        </pc:spChg>
        <pc:spChg chg="mod">
          <ac:chgData name="Natara Iata Pimoe" userId="S::iatapn01@myunitec.ac.nz::8635f0d9-0325-4000-8f83-6abc460f2669" providerId="AD" clId="Web-{B0C04881-512D-C799-DBCF-08863F0E7E13}" dt="2025-05-24T00:22:55.772" v="275"/>
          <ac:spMkLst>
            <pc:docMk/>
            <pc:sldMk cId="274870595" sldId="258"/>
            <ac:spMk id="10" creationId="{9F89694B-53C6-ADE8-4F17-7C3B916F1C34}"/>
          </ac:spMkLst>
        </pc:spChg>
        <pc:spChg chg="mod">
          <ac:chgData name="Natara Iata Pimoe" userId="S::iatapn01@myunitec.ac.nz::8635f0d9-0325-4000-8f83-6abc460f2669" providerId="AD" clId="Web-{B0C04881-512D-C799-DBCF-08863F0E7E13}" dt="2025-05-24T00:20:02.232" v="247"/>
          <ac:spMkLst>
            <pc:docMk/>
            <pc:sldMk cId="274870595" sldId="258"/>
            <ac:spMk id="11" creationId="{7DB99B9F-81A1-7A2F-BD83-A0C473CE2F82}"/>
          </ac:spMkLst>
        </pc:spChg>
        <pc:spChg chg="mod">
          <ac:chgData name="Natara Iata Pimoe" userId="S::iatapn01@myunitec.ac.nz::8635f0d9-0325-4000-8f83-6abc460f2669" providerId="AD" clId="Web-{B0C04881-512D-C799-DBCF-08863F0E7E13}" dt="2025-05-24T00:23:05.366" v="277"/>
          <ac:spMkLst>
            <pc:docMk/>
            <pc:sldMk cId="274870595" sldId="258"/>
            <ac:spMk id="22" creationId="{2107DE2A-B183-FEDF-E1EF-22AC583B3F9B}"/>
          </ac:spMkLst>
        </pc:spChg>
        <pc:spChg chg="mod">
          <ac:chgData name="Natara Iata Pimoe" userId="S::iatapn01@myunitec.ac.nz::8635f0d9-0325-4000-8f83-6abc460f2669" providerId="AD" clId="Web-{B0C04881-512D-C799-DBCF-08863F0E7E13}" dt="2025-05-24T00:23:05.397" v="278"/>
          <ac:spMkLst>
            <pc:docMk/>
            <pc:sldMk cId="274870595" sldId="258"/>
            <ac:spMk id="27" creationId="{6D4EB17B-C684-D92A-C764-0A41C4E9981A}"/>
          </ac:spMkLst>
        </pc:spChg>
      </pc:sldChg>
      <pc:sldChg chg="modSp modNotes">
        <pc:chgData name="Natara Iata Pimoe" userId="S::iatapn01@myunitec.ac.nz::8635f0d9-0325-4000-8f83-6abc460f2669" providerId="AD" clId="Web-{B0C04881-512D-C799-DBCF-08863F0E7E13}" dt="2025-05-24T00:49:21.207" v="399"/>
        <pc:sldMkLst>
          <pc:docMk/>
          <pc:sldMk cId="3986819710" sldId="259"/>
        </pc:sldMkLst>
        <pc:spChg chg="mod">
          <ac:chgData name="Natara Iata Pimoe" userId="S::iatapn01@myunitec.ac.nz::8635f0d9-0325-4000-8f83-6abc460f2669" providerId="AD" clId="Web-{B0C04881-512D-C799-DBCF-08863F0E7E13}" dt="2025-05-24T00:25:48.917" v="294"/>
          <ac:spMkLst>
            <pc:docMk/>
            <pc:sldMk cId="3986819710" sldId="259"/>
            <ac:spMk id="2" creationId="{F3DAD826-38A0-D596-B05F-9E9B2811C7A0}"/>
          </ac:spMkLst>
        </pc:spChg>
        <pc:spChg chg="mod">
          <ac:chgData name="Natara Iata Pimoe" userId="S::iatapn01@myunitec.ac.nz::8635f0d9-0325-4000-8f83-6abc460f2669" providerId="AD" clId="Web-{B0C04881-512D-C799-DBCF-08863F0E7E13}" dt="2025-05-24T00:49:21.207" v="399"/>
          <ac:spMkLst>
            <pc:docMk/>
            <pc:sldMk cId="3986819710" sldId="259"/>
            <ac:spMk id="4" creationId="{2B56F0F6-D34B-334B-DFEF-E29CE7021EC1}"/>
          </ac:spMkLst>
        </pc:spChg>
        <pc:spChg chg="mod">
          <ac:chgData name="Natara Iata Pimoe" userId="S::iatapn01@myunitec.ac.nz::8635f0d9-0325-4000-8f83-6abc460f2669" providerId="AD" clId="Web-{B0C04881-512D-C799-DBCF-08863F0E7E13}" dt="2025-05-24T00:23:19.975" v="284"/>
          <ac:spMkLst>
            <pc:docMk/>
            <pc:sldMk cId="3986819710" sldId="259"/>
            <ac:spMk id="7" creationId="{DF8C2119-A554-9F66-961F-7F8D924B5F4C}"/>
          </ac:spMkLst>
        </pc:spChg>
        <pc:spChg chg="mod">
          <ac:chgData name="Natara Iata Pimoe" userId="S::iatapn01@myunitec.ac.nz::8635f0d9-0325-4000-8f83-6abc460f2669" providerId="AD" clId="Web-{B0C04881-512D-C799-DBCF-08863F0E7E13}" dt="2025-05-24T00:21:36.469" v="268"/>
          <ac:spMkLst>
            <pc:docMk/>
            <pc:sldMk cId="3986819710" sldId="259"/>
            <ac:spMk id="8" creationId="{FA5677C6-5417-7325-7F8E-6265C0EF1E25}"/>
          </ac:spMkLst>
        </pc:spChg>
        <pc:spChg chg="mod">
          <ac:chgData name="Natara Iata Pimoe" userId="S::iatapn01@myunitec.ac.nz::8635f0d9-0325-4000-8f83-6abc460f2669" providerId="AD" clId="Web-{B0C04881-512D-C799-DBCF-08863F0E7E13}" dt="2025-05-24T00:21:36.375" v="265"/>
          <ac:spMkLst>
            <pc:docMk/>
            <pc:sldMk cId="3986819710" sldId="259"/>
            <ac:spMk id="9" creationId="{A1C291CA-9509-3E7B-10C6-0AEDD6AF13DC}"/>
          </ac:spMkLst>
        </pc:spChg>
        <pc:spChg chg="mod">
          <ac:chgData name="Natara Iata Pimoe" userId="S::iatapn01@myunitec.ac.nz::8635f0d9-0325-4000-8f83-6abc460f2669" providerId="AD" clId="Web-{B0C04881-512D-C799-DBCF-08863F0E7E13}" dt="2025-05-24T00:23:19.944" v="283"/>
          <ac:spMkLst>
            <pc:docMk/>
            <pc:sldMk cId="3986819710" sldId="259"/>
            <ac:spMk id="10" creationId="{9F89694B-53C6-ADE8-4F17-7C3B916F1C34}"/>
          </ac:spMkLst>
        </pc:spChg>
        <pc:spChg chg="mod">
          <ac:chgData name="Natara Iata Pimoe" userId="S::iatapn01@myunitec.ac.nz::8635f0d9-0325-4000-8f83-6abc460f2669" providerId="AD" clId="Web-{B0C04881-512D-C799-DBCF-08863F0E7E13}" dt="2025-05-24T00:21:36.375" v="266"/>
          <ac:spMkLst>
            <pc:docMk/>
            <pc:sldMk cId="3986819710" sldId="259"/>
            <ac:spMk id="11" creationId="{7DB99B9F-81A1-7A2F-BD83-A0C473CE2F82}"/>
          </ac:spMkLst>
        </pc:spChg>
        <pc:picChg chg="ord">
          <ac:chgData name="Natara Iata Pimoe" userId="S::iatapn01@myunitec.ac.nz::8635f0d9-0325-4000-8f83-6abc460f2669" providerId="AD" clId="Web-{B0C04881-512D-C799-DBCF-08863F0E7E13}" dt="2025-05-24T00:25:40.073" v="293"/>
          <ac:picMkLst>
            <pc:docMk/>
            <pc:sldMk cId="3986819710" sldId="259"/>
            <ac:picMk id="15" creationId="{2F445886-20B2-5289-2BB6-02D37CDADE56}"/>
          </ac:picMkLst>
        </pc:picChg>
      </pc:sldChg>
      <pc:sldChg chg="del">
        <pc:chgData name="Natara Iata Pimoe" userId="S::iatapn01@myunitec.ac.nz::8635f0d9-0325-4000-8f83-6abc460f2669" providerId="AD" clId="Web-{B0C04881-512D-C799-DBCF-08863F0E7E13}" dt="2025-05-24T00:23:42.960" v="288"/>
        <pc:sldMkLst>
          <pc:docMk/>
          <pc:sldMk cId="1758033372" sldId="260"/>
        </pc:sldMkLst>
      </pc:sldChg>
      <pc:sldChg chg="del">
        <pc:chgData name="Natara Iata Pimoe" userId="S::iatapn01@myunitec.ac.nz::8635f0d9-0325-4000-8f83-6abc460f2669" providerId="AD" clId="Web-{B0C04881-512D-C799-DBCF-08863F0E7E13}" dt="2025-05-24T00:23:42.960" v="286"/>
        <pc:sldMkLst>
          <pc:docMk/>
          <pc:sldMk cId="1886398928" sldId="261"/>
        </pc:sldMkLst>
      </pc:sldChg>
      <pc:sldChg chg="del">
        <pc:chgData name="Natara Iata Pimoe" userId="S::iatapn01@myunitec.ac.nz::8635f0d9-0325-4000-8f83-6abc460f2669" providerId="AD" clId="Web-{B0C04881-512D-C799-DBCF-08863F0E7E13}" dt="2025-05-24T00:23:42.945" v="285"/>
        <pc:sldMkLst>
          <pc:docMk/>
          <pc:sldMk cId="4183192005" sldId="264"/>
        </pc:sldMkLst>
      </pc:sldChg>
      <pc:sldChg chg="del ord">
        <pc:chgData name="Natara Iata Pimoe" userId="S::iatapn01@myunitec.ac.nz::8635f0d9-0325-4000-8f83-6abc460f2669" providerId="AD" clId="Web-{B0C04881-512D-C799-DBCF-08863F0E7E13}" dt="2025-05-24T00:14:19.748" v="214"/>
        <pc:sldMkLst>
          <pc:docMk/>
          <pc:sldMk cId="2007729301" sldId="269"/>
        </pc:sldMkLst>
      </pc:sldChg>
      <pc:sldChg chg="del">
        <pc:chgData name="Natara Iata Pimoe" userId="S::iatapn01@myunitec.ac.nz::8635f0d9-0325-4000-8f83-6abc460f2669" providerId="AD" clId="Web-{B0C04881-512D-C799-DBCF-08863F0E7E13}" dt="2025-05-24T00:23:42.960" v="287"/>
        <pc:sldMkLst>
          <pc:docMk/>
          <pc:sldMk cId="2287393394" sldId="270"/>
        </pc:sldMkLst>
      </pc:sldChg>
      <pc:sldChg chg="addSp delSp modSp add del replId">
        <pc:chgData name="Natara Iata Pimoe" userId="S::iatapn01@myunitec.ac.nz::8635f0d9-0325-4000-8f83-6abc460f2669" providerId="AD" clId="Web-{B0C04881-512D-C799-DBCF-08863F0E7E13}" dt="2025-05-24T00:12:17.132" v="188"/>
        <pc:sldMkLst>
          <pc:docMk/>
          <pc:sldMk cId="2993401109" sldId="271"/>
        </pc:sldMkLst>
        <pc:spChg chg="add del mod">
          <ac:chgData name="Natara Iata Pimoe" userId="S::iatapn01@myunitec.ac.nz::8635f0d9-0325-4000-8f83-6abc460f2669" providerId="AD" clId="Web-{B0C04881-512D-C799-DBCF-08863F0E7E13}" dt="2025-05-24T00:07:29.562" v="94"/>
          <ac:spMkLst>
            <pc:docMk/>
            <pc:sldMk cId="2993401109" sldId="271"/>
            <ac:spMk id="3" creationId="{F0CF9A58-98C2-9108-9522-00EFDF6C9BC1}"/>
          </ac:spMkLst>
        </pc:spChg>
        <pc:spChg chg="mod">
          <ac:chgData name="Natara Iata Pimoe" userId="S::iatapn01@myunitec.ac.nz::8635f0d9-0325-4000-8f83-6abc460f2669" providerId="AD" clId="Web-{B0C04881-512D-C799-DBCF-08863F0E7E13}" dt="2025-05-23T23:59:51.119" v="67" actId="20577"/>
          <ac:spMkLst>
            <pc:docMk/>
            <pc:sldMk cId="2993401109" sldId="271"/>
            <ac:spMk id="4" creationId="{2BF715CE-9B81-EFDC-7E5D-4631A4FF4D58}"/>
          </ac:spMkLst>
        </pc:spChg>
        <pc:spChg chg="mod">
          <ac:chgData name="Natara Iata Pimoe" userId="S::iatapn01@myunitec.ac.nz::8635f0d9-0325-4000-8f83-6abc460f2669" providerId="AD" clId="Web-{B0C04881-512D-C799-DBCF-08863F0E7E13}" dt="2025-05-23T23:59:47.276" v="65" actId="20577"/>
          <ac:spMkLst>
            <pc:docMk/>
            <pc:sldMk cId="2993401109" sldId="271"/>
            <ac:spMk id="7" creationId="{8E38414D-7172-F3A5-8857-46A660374A14}"/>
          </ac:spMkLst>
        </pc:spChg>
        <pc:spChg chg="mod">
          <ac:chgData name="Natara Iata Pimoe" userId="S::iatapn01@myunitec.ac.nz::8635f0d9-0325-4000-8f83-6abc460f2669" providerId="AD" clId="Web-{B0C04881-512D-C799-DBCF-08863F0E7E13}" dt="2025-05-23T23:59:38.385" v="62" actId="20577"/>
          <ac:spMkLst>
            <pc:docMk/>
            <pc:sldMk cId="2993401109" sldId="271"/>
            <ac:spMk id="8" creationId="{6998E756-F9F1-E021-F5E9-0FAA790D0C8D}"/>
          </ac:spMkLst>
        </pc:spChg>
        <pc:spChg chg="mod">
          <ac:chgData name="Natara Iata Pimoe" userId="S::iatapn01@myunitec.ac.nz::8635f0d9-0325-4000-8f83-6abc460f2669" providerId="AD" clId="Web-{B0C04881-512D-C799-DBCF-08863F0E7E13}" dt="2025-05-24T00:07:40.687" v="102" actId="20577"/>
          <ac:spMkLst>
            <pc:docMk/>
            <pc:sldMk cId="2993401109" sldId="271"/>
            <ac:spMk id="9" creationId="{567BD28D-49FC-68B4-B77C-9C6411024836}"/>
          </ac:spMkLst>
        </pc:spChg>
        <pc:spChg chg="mod">
          <ac:chgData name="Natara Iata Pimoe" userId="S::iatapn01@myunitec.ac.nz::8635f0d9-0325-4000-8f83-6abc460f2669" providerId="AD" clId="Web-{B0C04881-512D-C799-DBCF-08863F0E7E13}" dt="2025-05-24T00:09:32.159" v="142" actId="20577"/>
          <ac:spMkLst>
            <pc:docMk/>
            <pc:sldMk cId="2993401109" sldId="271"/>
            <ac:spMk id="10" creationId="{B48E2A63-9FF9-F7FA-F973-9FE3B71462EC}"/>
          </ac:spMkLst>
        </pc:spChg>
        <pc:spChg chg="mod">
          <ac:chgData name="Natara Iata Pimoe" userId="S::iatapn01@myunitec.ac.nz::8635f0d9-0325-4000-8f83-6abc460f2669" providerId="AD" clId="Web-{B0C04881-512D-C799-DBCF-08863F0E7E13}" dt="2025-05-24T00:10:30.285" v="163" actId="20577"/>
          <ac:spMkLst>
            <pc:docMk/>
            <pc:sldMk cId="2993401109" sldId="271"/>
            <ac:spMk id="11" creationId="{E55A1534-97BA-D9CB-03DA-72DE43F1CEC3}"/>
          </ac:spMkLst>
        </pc:spChg>
        <pc:spChg chg="mod">
          <ac:chgData name="Natara Iata Pimoe" userId="S::iatapn01@myunitec.ac.nz::8635f0d9-0325-4000-8f83-6abc460f2669" providerId="AD" clId="Web-{B0C04881-512D-C799-DBCF-08863F0E7E13}" dt="2025-05-24T00:12:14.788" v="187" actId="20577"/>
          <ac:spMkLst>
            <pc:docMk/>
            <pc:sldMk cId="2993401109" sldId="271"/>
            <ac:spMk id="22" creationId="{DF7ADBD1-B227-6010-C3E6-550C752514E8}"/>
          </ac:spMkLst>
        </pc:spChg>
        <pc:spChg chg="mod">
          <ac:chgData name="Natara Iata Pimoe" userId="S::iatapn01@myunitec.ac.nz::8635f0d9-0325-4000-8f83-6abc460f2669" providerId="AD" clId="Web-{B0C04881-512D-C799-DBCF-08863F0E7E13}" dt="2025-05-24T00:01:10.825" v="82" actId="20577"/>
          <ac:spMkLst>
            <pc:docMk/>
            <pc:sldMk cId="2993401109" sldId="271"/>
            <ac:spMk id="27" creationId="{D7A23541-95B5-5E87-3B28-7A74BCD43BE1}"/>
          </ac:spMkLst>
        </pc:spChg>
        <pc:spChg chg="mod">
          <ac:chgData name="Natara Iata Pimoe" userId="S::iatapn01@myunitec.ac.nz::8635f0d9-0325-4000-8f83-6abc460f2669" providerId="AD" clId="Web-{B0C04881-512D-C799-DBCF-08863F0E7E13}" dt="2025-05-23T23:59:23.556" v="57" actId="14100"/>
          <ac:spMkLst>
            <pc:docMk/>
            <pc:sldMk cId="2993401109" sldId="271"/>
            <ac:spMk id="33" creationId="{E400F473-2821-5E9C-F3D3-36E5DB663EB4}"/>
          </ac:spMkLst>
        </pc:spChg>
      </pc:sldChg>
      <pc:sldChg chg="del">
        <pc:chgData name="Natara Iata Pimoe" userId="S::iatapn01@myunitec.ac.nz::8635f0d9-0325-4000-8f83-6abc460f2669" providerId="AD" clId="Web-{B0C04881-512D-C799-DBCF-08863F0E7E13}" dt="2025-05-23T23:50:31.105" v="3"/>
        <pc:sldMkLst>
          <pc:docMk/>
          <pc:sldMk cId="3525842286" sldId="271"/>
        </pc:sldMkLst>
      </pc:sldChg>
      <pc:sldChg chg="addSp delSp modSp add ord replId modNotes">
        <pc:chgData name="Natara Iata Pimoe" userId="S::iatapn01@myunitec.ac.nz::8635f0d9-0325-4000-8f83-6abc460f2669" providerId="AD" clId="Web-{B0C04881-512D-C799-DBCF-08863F0E7E13}" dt="2025-05-24T01:05:57.514" v="431"/>
        <pc:sldMkLst>
          <pc:docMk/>
          <pc:sldMk cId="3132871465" sldId="272"/>
        </pc:sldMkLst>
        <pc:spChg chg="mod">
          <ac:chgData name="Natara Iata Pimoe" userId="S::iatapn01@myunitec.ac.nz::8635f0d9-0325-4000-8f83-6abc460f2669" providerId="AD" clId="Web-{B0C04881-512D-C799-DBCF-08863F0E7E13}" dt="2025-05-24T00:21:12.015" v="259"/>
          <ac:spMkLst>
            <pc:docMk/>
            <pc:sldMk cId="3132871465" sldId="272"/>
            <ac:spMk id="6" creationId="{57D9ED11-645A-DCBD-BBA3-E6FF61E3DCF7}"/>
          </ac:spMkLst>
        </pc:spChg>
        <pc:spChg chg="mod">
          <ac:chgData name="Natara Iata Pimoe" userId="S::iatapn01@myunitec.ac.nz::8635f0d9-0325-4000-8f83-6abc460f2669" providerId="AD" clId="Web-{B0C04881-512D-C799-DBCF-08863F0E7E13}" dt="2025-05-24T00:33:59.695" v="320" actId="1076"/>
          <ac:spMkLst>
            <pc:docMk/>
            <pc:sldMk cId="3132871465" sldId="272"/>
            <ac:spMk id="7" creationId="{A2E9260B-8D14-F437-370A-A7639B31E11B}"/>
          </ac:spMkLst>
        </pc:spChg>
        <pc:spChg chg="add mod ord">
          <ac:chgData name="Natara Iata Pimoe" userId="S::iatapn01@myunitec.ac.nz::8635f0d9-0325-4000-8f83-6abc460f2669" providerId="AD" clId="Web-{B0C04881-512D-C799-DBCF-08863F0E7E13}" dt="2025-05-24T00:45:52.542" v="385" actId="14100"/>
          <ac:spMkLst>
            <pc:docMk/>
            <pc:sldMk cId="3132871465" sldId="272"/>
            <ac:spMk id="12" creationId="{28383C51-911D-A749-14A7-C9F8600E5199}"/>
          </ac:spMkLst>
        </pc:spChg>
        <pc:spChg chg="mod">
          <ac:chgData name="Natara Iata Pimoe" userId="S::iatapn01@myunitec.ac.nz::8635f0d9-0325-4000-8f83-6abc460f2669" providerId="AD" clId="Web-{B0C04881-512D-C799-DBCF-08863F0E7E13}" dt="2025-05-24T00:23:16.038" v="281"/>
          <ac:spMkLst>
            <pc:docMk/>
            <pc:sldMk cId="3132871465" sldId="272"/>
            <ac:spMk id="13" creationId="{0714F36D-CE9F-8AA9-D9C8-CA2DB9966827}"/>
          </ac:spMkLst>
        </pc:spChg>
        <pc:spChg chg="add mod">
          <ac:chgData name="Natara Iata Pimoe" userId="S::iatapn01@myunitec.ac.nz::8635f0d9-0325-4000-8f83-6abc460f2669" providerId="AD" clId="Web-{B0C04881-512D-C799-DBCF-08863F0E7E13}" dt="2025-05-24T00:45:06.915" v="383"/>
          <ac:spMkLst>
            <pc:docMk/>
            <pc:sldMk cId="3132871465" sldId="272"/>
            <ac:spMk id="15" creationId="{97845507-0BC0-B2F5-17CC-F3722C51F04A}"/>
          </ac:spMkLst>
        </pc:spChg>
        <pc:spChg chg="mod ord">
          <ac:chgData name="Natara Iata Pimoe" userId="S::iatapn01@myunitec.ac.nz::8635f0d9-0325-4000-8f83-6abc460f2669" providerId="AD" clId="Web-{B0C04881-512D-C799-DBCF-08863F0E7E13}" dt="2025-05-24T00:47:23.216" v="393" actId="20577"/>
          <ac:spMkLst>
            <pc:docMk/>
            <pc:sldMk cId="3132871465" sldId="272"/>
            <ac:spMk id="16" creationId="{418079DC-0355-E050-D312-F19F9E2150CD}"/>
          </ac:spMkLst>
        </pc:spChg>
        <pc:spChg chg="mod">
          <ac:chgData name="Natara Iata Pimoe" userId="S::iatapn01@myunitec.ac.nz::8635f0d9-0325-4000-8f83-6abc460f2669" providerId="AD" clId="Web-{B0C04881-512D-C799-DBCF-08863F0E7E13}" dt="2025-05-24T00:21:12.015" v="260"/>
          <ac:spMkLst>
            <pc:docMk/>
            <pc:sldMk cId="3132871465" sldId="272"/>
            <ac:spMk id="17" creationId="{5FE4C47F-E562-9280-99BB-E6F5C5FE94BB}"/>
          </ac:spMkLst>
        </pc:spChg>
        <pc:spChg chg="mod">
          <ac:chgData name="Natara Iata Pimoe" userId="S::iatapn01@myunitec.ac.nz::8635f0d9-0325-4000-8f83-6abc460f2669" providerId="AD" clId="Web-{B0C04881-512D-C799-DBCF-08863F0E7E13}" dt="2025-05-24T00:49:15.442" v="398"/>
          <ac:spMkLst>
            <pc:docMk/>
            <pc:sldMk cId="3132871465" sldId="272"/>
            <ac:spMk id="19" creationId="{2EB9210D-0355-14AE-C43E-F3B0A72815C9}"/>
          </ac:spMkLst>
        </pc:spChg>
        <pc:spChg chg="mod">
          <ac:chgData name="Natara Iata Pimoe" userId="S::iatapn01@myunitec.ac.nz::8635f0d9-0325-4000-8f83-6abc460f2669" providerId="AD" clId="Web-{B0C04881-512D-C799-DBCF-08863F0E7E13}" dt="2025-05-24T00:23:16.069" v="282"/>
          <ac:spMkLst>
            <pc:docMk/>
            <pc:sldMk cId="3132871465" sldId="272"/>
            <ac:spMk id="21" creationId="{FAC1B6B5-B9EE-8036-9F19-0FE7E8854EAC}"/>
          </ac:spMkLst>
        </pc:spChg>
        <pc:spChg chg="mod">
          <ac:chgData name="Natara Iata Pimoe" userId="S::iatapn01@myunitec.ac.nz::8635f0d9-0325-4000-8f83-6abc460f2669" providerId="AD" clId="Web-{B0C04881-512D-C799-DBCF-08863F0E7E13}" dt="2025-05-24T00:21:12.062" v="262"/>
          <ac:spMkLst>
            <pc:docMk/>
            <pc:sldMk cId="3132871465" sldId="272"/>
            <ac:spMk id="23" creationId="{4B8E1687-DB80-E5C9-0D90-24BA959EE9A3}"/>
          </ac:spMkLst>
        </pc:spChg>
        <pc:picChg chg="add del mod ord modCrop">
          <ac:chgData name="Natara Iata Pimoe" userId="S::iatapn01@myunitec.ac.nz::8635f0d9-0325-4000-8f83-6abc460f2669" providerId="AD" clId="Web-{B0C04881-512D-C799-DBCF-08863F0E7E13}" dt="2025-05-24T00:39:31.016" v="343"/>
          <ac:picMkLst>
            <pc:docMk/>
            <pc:sldMk cId="3132871465" sldId="272"/>
            <ac:picMk id="2" creationId="{A3526387-7F86-9C02-40D7-9EC6AB9132FA}"/>
          </ac:picMkLst>
        </pc:picChg>
        <pc:picChg chg="del">
          <ac:chgData name="Natara Iata Pimoe" userId="S::iatapn01@myunitec.ac.nz::8635f0d9-0325-4000-8f83-6abc460f2669" providerId="AD" clId="Web-{B0C04881-512D-C799-DBCF-08863F0E7E13}" dt="2025-05-24T00:08:05.516" v="108"/>
          <ac:picMkLst>
            <pc:docMk/>
            <pc:sldMk cId="3132871465" sldId="272"/>
            <ac:picMk id="3" creationId="{2921CFB1-ED59-2510-01B3-E8FC75A1DD37}"/>
          </ac:picMkLst>
        </pc:picChg>
        <pc:picChg chg="add del mod">
          <ac:chgData name="Natara Iata Pimoe" userId="S::iatapn01@myunitec.ac.nz::8635f0d9-0325-4000-8f83-6abc460f2669" providerId="AD" clId="Web-{B0C04881-512D-C799-DBCF-08863F0E7E13}" dt="2025-05-24T00:39:37.235" v="345"/>
          <ac:picMkLst>
            <pc:docMk/>
            <pc:sldMk cId="3132871465" sldId="272"/>
            <ac:picMk id="4" creationId="{1A701D54-E960-AC57-B383-180960A77503}"/>
          </ac:picMkLst>
        </pc:picChg>
        <pc:picChg chg="add del mod">
          <ac:chgData name="Natara Iata Pimoe" userId="S::iatapn01@myunitec.ac.nz::8635f0d9-0325-4000-8f83-6abc460f2669" providerId="AD" clId="Web-{B0C04881-512D-C799-DBCF-08863F0E7E13}" dt="2025-05-24T00:39:57.642" v="347"/>
          <ac:picMkLst>
            <pc:docMk/>
            <pc:sldMk cId="3132871465" sldId="272"/>
            <ac:picMk id="5" creationId="{4BC9E5C9-800B-D105-0C0A-A8BE9E8E0187}"/>
          </ac:picMkLst>
        </pc:picChg>
        <pc:picChg chg="add del mod modCrop">
          <ac:chgData name="Natara Iata Pimoe" userId="S::iatapn01@myunitec.ac.nz::8635f0d9-0325-4000-8f83-6abc460f2669" providerId="AD" clId="Web-{B0C04881-512D-C799-DBCF-08863F0E7E13}" dt="2025-05-24T00:41:08.237" v="353"/>
          <ac:picMkLst>
            <pc:docMk/>
            <pc:sldMk cId="3132871465" sldId="272"/>
            <ac:picMk id="8" creationId="{02124EC7-5DD7-69DD-29A4-6C69CE588F2F}"/>
          </ac:picMkLst>
        </pc:picChg>
        <pc:picChg chg="add del mod">
          <ac:chgData name="Natara Iata Pimoe" userId="S::iatapn01@myunitec.ac.nz::8635f0d9-0325-4000-8f83-6abc460f2669" providerId="AD" clId="Web-{B0C04881-512D-C799-DBCF-08863F0E7E13}" dt="2025-05-24T00:42:08.145" v="355"/>
          <ac:picMkLst>
            <pc:docMk/>
            <pc:sldMk cId="3132871465" sldId="272"/>
            <ac:picMk id="9" creationId="{0E1AF39F-97E7-63A9-9EEA-939D2B86007F}"/>
          </ac:picMkLst>
        </pc:picChg>
        <pc:picChg chg="add mod modCrop">
          <ac:chgData name="Natara Iata Pimoe" userId="S::iatapn01@myunitec.ac.nz::8635f0d9-0325-4000-8f83-6abc460f2669" providerId="AD" clId="Web-{B0C04881-512D-C799-DBCF-08863F0E7E13}" dt="2025-05-24T00:50:56.725" v="409"/>
          <ac:picMkLst>
            <pc:docMk/>
            <pc:sldMk cId="3132871465" sldId="272"/>
            <ac:picMk id="10" creationId="{3DDCBD40-1DBC-CED2-B9B1-04F72DD5E454}"/>
          </ac:picMkLst>
        </pc:picChg>
      </pc:sldChg>
    </pc:docChg>
  </pc:docChgLst>
  <pc:docChgLst>
    <pc:chgData name="Natara Iata Pimoe" userId="S::iatapn01@myunitec.ac.nz::8635f0d9-0325-4000-8f83-6abc460f2669" providerId="AD" clId="Web-{2CC2E4B4-44D1-5589-141F-171B3E2BA6EE}"/>
    <pc:docChg chg="addSld modSld sldOrd">
      <pc:chgData name="Natara Iata Pimoe" userId="S::iatapn01@myunitec.ac.nz::8635f0d9-0325-4000-8f83-6abc460f2669" providerId="AD" clId="Web-{2CC2E4B4-44D1-5589-141F-171B3E2BA6EE}" dt="2025-05-25T13:47:37.158" v="287"/>
      <pc:docMkLst>
        <pc:docMk/>
      </pc:docMkLst>
      <pc:sldChg chg="addSp delSp modSp addAnim delAnim modNotes">
        <pc:chgData name="Natara Iata Pimoe" userId="S::iatapn01@myunitec.ac.nz::8635f0d9-0325-4000-8f83-6abc460f2669" providerId="AD" clId="Web-{2CC2E4B4-44D1-5589-141F-171B3E2BA6EE}" dt="2025-05-25T13:47:37.158" v="287"/>
        <pc:sldMkLst>
          <pc:docMk/>
          <pc:sldMk cId="109857222" sldId="257"/>
        </pc:sldMkLst>
        <pc:spChg chg="add mod">
          <ac:chgData name="Natara Iata Pimoe" userId="S::iatapn01@myunitec.ac.nz::8635f0d9-0325-4000-8f83-6abc460f2669" providerId="AD" clId="Web-{2CC2E4B4-44D1-5589-141F-171B3E2BA6EE}" dt="2025-05-25T13:18:19.418" v="145" actId="20577"/>
          <ac:spMkLst>
            <pc:docMk/>
            <pc:sldMk cId="109857222" sldId="257"/>
            <ac:spMk id="4" creationId="{E0799F3E-84EA-9DF4-57CD-4F89292470AE}"/>
          </ac:spMkLst>
        </pc:spChg>
        <pc:spChg chg="add mod">
          <ac:chgData name="Natara Iata Pimoe" userId="S::iatapn01@myunitec.ac.nz::8635f0d9-0325-4000-8f83-6abc460f2669" providerId="AD" clId="Web-{2CC2E4B4-44D1-5589-141F-171B3E2BA6EE}" dt="2025-05-25T13:17:49.465" v="142" actId="1076"/>
          <ac:spMkLst>
            <pc:docMk/>
            <pc:sldMk cId="109857222" sldId="257"/>
            <ac:spMk id="5" creationId="{69E402FA-3B0F-62FD-D6C4-F6C3CE3BE9C0}"/>
          </ac:spMkLst>
        </pc:spChg>
        <pc:spChg chg="mod">
          <ac:chgData name="Natara Iata Pimoe" userId="S::iatapn01@myunitec.ac.nz::8635f0d9-0325-4000-8f83-6abc460f2669" providerId="AD" clId="Web-{2CC2E4B4-44D1-5589-141F-171B3E2BA6EE}" dt="2025-05-25T13:12:56.555" v="95" actId="14100"/>
          <ac:spMkLst>
            <pc:docMk/>
            <pc:sldMk cId="109857222" sldId="257"/>
            <ac:spMk id="6" creationId="{24BB63E4-948F-0BED-604E-9A07971838D6}"/>
          </ac:spMkLst>
        </pc:spChg>
        <pc:spChg chg="del">
          <ac:chgData name="Natara Iata Pimoe" userId="S::iatapn01@myunitec.ac.nz::8635f0d9-0325-4000-8f83-6abc460f2669" providerId="AD" clId="Web-{2CC2E4B4-44D1-5589-141F-171B3E2BA6EE}" dt="2025-05-25T13:11:32.960" v="79"/>
          <ac:spMkLst>
            <pc:docMk/>
            <pc:sldMk cId="109857222" sldId="257"/>
            <ac:spMk id="7" creationId="{67AEBF98-1126-ABCA-A822-ADEC5FE15CA4}"/>
          </ac:spMkLst>
        </pc:spChg>
        <pc:spChg chg="add mod">
          <ac:chgData name="Natara Iata Pimoe" userId="S::iatapn01@myunitec.ac.nz::8635f0d9-0325-4000-8f83-6abc460f2669" providerId="AD" clId="Web-{2CC2E4B4-44D1-5589-141F-171B3E2BA6EE}" dt="2025-05-25T13:45:35.606" v="268" actId="20577"/>
          <ac:spMkLst>
            <pc:docMk/>
            <pc:sldMk cId="109857222" sldId="257"/>
            <ac:spMk id="8" creationId="{83C60CF9-45B1-70E3-8F34-FF36681AAEB4}"/>
          </ac:spMkLst>
        </pc:spChg>
        <pc:spChg chg="add mod">
          <ac:chgData name="Natara Iata Pimoe" userId="S::iatapn01@myunitec.ac.nz::8635f0d9-0325-4000-8f83-6abc460f2669" providerId="AD" clId="Web-{2CC2E4B4-44D1-5589-141F-171B3E2BA6EE}" dt="2025-05-25T13:38:15.897" v="229" actId="1076"/>
          <ac:spMkLst>
            <pc:docMk/>
            <pc:sldMk cId="109857222" sldId="257"/>
            <ac:spMk id="9" creationId="{ABE15087-2F75-1CBB-9BF6-7DE4A0FF2F14}"/>
          </ac:spMkLst>
        </pc:spChg>
        <pc:spChg chg="del mod">
          <ac:chgData name="Natara Iata Pimoe" userId="S::iatapn01@myunitec.ac.nz::8635f0d9-0325-4000-8f83-6abc460f2669" providerId="AD" clId="Web-{2CC2E4B4-44D1-5589-141F-171B3E2BA6EE}" dt="2025-05-25T13:13:24.664" v="102"/>
          <ac:spMkLst>
            <pc:docMk/>
            <pc:sldMk cId="109857222" sldId="257"/>
            <ac:spMk id="13" creationId="{93F1062F-BE2B-D050-EF74-D15DEDA6D45A}"/>
          </ac:spMkLst>
        </pc:spChg>
        <pc:spChg chg="del">
          <ac:chgData name="Natara Iata Pimoe" userId="S::iatapn01@myunitec.ac.nz::8635f0d9-0325-4000-8f83-6abc460f2669" providerId="AD" clId="Web-{2CC2E4B4-44D1-5589-141F-171B3E2BA6EE}" dt="2025-05-25T13:12:45.976" v="93"/>
          <ac:spMkLst>
            <pc:docMk/>
            <pc:sldMk cId="109857222" sldId="257"/>
            <ac:spMk id="16" creationId="{D3D8C8B4-DF31-5CC3-4A9E-000F1D3F0B11}"/>
          </ac:spMkLst>
        </pc:spChg>
        <pc:spChg chg="del">
          <ac:chgData name="Natara Iata Pimoe" userId="S::iatapn01@myunitec.ac.nz::8635f0d9-0325-4000-8f83-6abc460f2669" providerId="AD" clId="Web-{2CC2E4B4-44D1-5589-141F-171B3E2BA6EE}" dt="2025-05-25T13:11:49.616" v="82"/>
          <ac:spMkLst>
            <pc:docMk/>
            <pc:sldMk cId="109857222" sldId="257"/>
            <ac:spMk id="17" creationId="{47DE957F-3C56-D89D-FE22-DA43F39F99AB}"/>
          </ac:spMkLst>
        </pc:spChg>
        <pc:spChg chg="del">
          <ac:chgData name="Natara Iata Pimoe" userId="S::iatapn01@myunitec.ac.nz::8635f0d9-0325-4000-8f83-6abc460f2669" providerId="AD" clId="Web-{2CC2E4B4-44D1-5589-141F-171B3E2BA6EE}" dt="2025-05-25T13:11:20.960" v="76"/>
          <ac:spMkLst>
            <pc:docMk/>
            <pc:sldMk cId="109857222" sldId="257"/>
            <ac:spMk id="19" creationId="{251717C2-B440-EDCA-5A92-E79ACB87BCA7}"/>
          </ac:spMkLst>
        </pc:spChg>
        <pc:spChg chg="del">
          <ac:chgData name="Natara Iata Pimoe" userId="S::iatapn01@myunitec.ac.nz::8635f0d9-0325-4000-8f83-6abc460f2669" providerId="AD" clId="Web-{2CC2E4B4-44D1-5589-141F-171B3E2BA6EE}" dt="2025-05-25T13:11:23.772" v="77"/>
          <ac:spMkLst>
            <pc:docMk/>
            <pc:sldMk cId="109857222" sldId="257"/>
            <ac:spMk id="21" creationId="{DD822522-A372-076C-6D95-81980070ABBF}"/>
          </ac:spMkLst>
        </pc:spChg>
        <pc:spChg chg="del">
          <ac:chgData name="Natara Iata Pimoe" userId="S::iatapn01@myunitec.ac.nz::8635f0d9-0325-4000-8f83-6abc460f2669" providerId="AD" clId="Web-{2CC2E4B4-44D1-5589-141F-171B3E2BA6EE}" dt="2025-05-25T13:11:27.210" v="78"/>
          <ac:spMkLst>
            <pc:docMk/>
            <pc:sldMk cId="109857222" sldId="257"/>
            <ac:spMk id="23" creationId="{925D04B5-C77D-A8D7-CF79-03E278FCFE42}"/>
          </ac:spMkLst>
        </pc:spChg>
        <pc:picChg chg="del">
          <ac:chgData name="Natara Iata Pimoe" userId="S::iatapn01@myunitec.ac.nz::8635f0d9-0325-4000-8f83-6abc460f2669" providerId="AD" clId="Web-{2CC2E4B4-44D1-5589-141F-171B3E2BA6EE}" dt="2025-05-25T13:07:06.253" v="75"/>
          <ac:picMkLst>
            <pc:docMk/>
            <pc:sldMk cId="109857222" sldId="257"/>
            <ac:picMk id="3" creationId="{EC10E17A-7D86-7519-015C-44EB58BE18DE}"/>
          </ac:picMkLst>
        </pc:picChg>
      </pc:sldChg>
      <pc:sldChg chg="addSp modSp ord">
        <pc:chgData name="Natara Iata Pimoe" userId="S::iatapn01@myunitec.ac.nz::8635f0d9-0325-4000-8f83-6abc460f2669" providerId="AD" clId="Web-{2CC2E4B4-44D1-5589-141F-171B3E2BA6EE}" dt="2025-05-25T13:40:09.633" v="236" actId="14100"/>
        <pc:sldMkLst>
          <pc:docMk/>
          <pc:sldMk cId="3986819710" sldId="259"/>
        </pc:sldMkLst>
        <pc:spChg chg="mod">
          <ac:chgData name="Natara Iata Pimoe" userId="S::iatapn01@myunitec.ac.nz::8635f0d9-0325-4000-8f83-6abc460f2669" providerId="AD" clId="Web-{2CC2E4B4-44D1-5589-141F-171B3E2BA6EE}" dt="2025-05-25T13:06:22.612" v="73" actId="20577"/>
          <ac:spMkLst>
            <pc:docMk/>
            <pc:sldMk cId="3986819710" sldId="259"/>
            <ac:spMk id="3" creationId="{139D3209-F965-CEA3-7318-4F7FC18398C3}"/>
          </ac:spMkLst>
        </pc:spChg>
        <pc:spChg chg="mod">
          <ac:chgData name="Natara Iata Pimoe" userId="S::iatapn01@myunitec.ac.nz::8635f0d9-0325-4000-8f83-6abc460f2669" providerId="AD" clId="Web-{2CC2E4B4-44D1-5589-141F-171B3E2BA6EE}" dt="2025-05-25T13:40:09.633" v="236" actId="14100"/>
          <ac:spMkLst>
            <pc:docMk/>
            <pc:sldMk cId="3986819710" sldId="259"/>
            <ac:spMk id="4" creationId="{2B56F0F6-D34B-334B-DFEF-E29CE7021EC1}"/>
          </ac:spMkLst>
        </pc:spChg>
        <pc:spChg chg="mod">
          <ac:chgData name="Natara Iata Pimoe" userId="S::iatapn01@myunitec.ac.nz::8635f0d9-0325-4000-8f83-6abc460f2669" providerId="AD" clId="Web-{2CC2E4B4-44D1-5589-141F-171B3E2BA6EE}" dt="2025-05-25T13:01:03.421" v="59" actId="14100"/>
          <ac:spMkLst>
            <pc:docMk/>
            <pc:sldMk cId="3986819710" sldId="259"/>
            <ac:spMk id="7" creationId="{DF8C2119-A554-9F66-961F-7F8D924B5F4C}"/>
          </ac:spMkLst>
        </pc:spChg>
        <pc:spChg chg="mod">
          <ac:chgData name="Natara Iata Pimoe" userId="S::iatapn01@myunitec.ac.nz::8635f0d9-0325-4000-8f83-6abc460f2669" providerId="AD" clId="Web-{2CC2E4B4-44D1-5589-141F-171B3E2BA6EE}" dt="2025-05-25T13:01:03.436" v="60" actId="14100"/>
          <ac:spMkLst>
            <pc:docMk/>
            <pc:sldMk cId="3986819710" sldId="259"/>
            <ac:spMk id="8" creationId="{FA5677C6-5417-7325-7F8E-6265C0EF1E25}"/>
          </ac:spMkLst>
        </pc:spChg>
        <pc:spChg chg="mod">
          <ac:chgData name="Natara Iata Pimoe" userId="S::iatapn01@myunitec.ac.nz::8635f0d9-0325-4000-8f83-6abc460f2669" providerId="AD" clId="Web-{2CC2E4B4-44D1-5589-141F-171B3E2BA6EE}" dt="2025-05-25T12:59:46.170" v="45" actId="1076"/>
          <ac:spMkLst>
            <pc:docMk/>
            <pc:sldMk cId="3986819710" sldId="259"/>
            <ac:spMk id="9" creationId="{A1C291CA-9509-3E7B-10C6-0AEDD6AF13DC}"/>
          </ac:spMkLst>
        </pc:spChg>
        <pc:spChg chg="mod">
          <ac:chgData name="Natara Iata Pimoe" userId="S::iatapn01@myunitec.ac.nz::8635f0d9-0325-4000-8f83-6abc460f2669" providerId="AD" clId="Web-{2CC2E4B4-44D1-5589-141F-171B3E2BA6EE}" dt="2025-05-25T12:59:34.607" v="40" actId="1076"/>
          <ac:spMkLst>
            <pc:docMk/>
            <pc:sldMk cId="3986819710" sldId="259"/>
            <ac:spMk id="10" creationId="{9F89694B-53C6-ADE8-4F17-7C3B916F1C34}"/>
          </ac:spMkLst>
        </pc:spChg>
        <pc:spChg chg="mod">
          <ac:chgData name="Natara Iata Pimoe" userId="S::iatapn01@myunitec.ac.nz::8635f0d9-0325-4000-8f83-6abc460f2669" providerId="AD" clId="Web-{2CC2E4B4-44D1-5589-141F-171B3E2BA6EE}" dt="2025-05-25T12:59:16.732" v="35" actId="14100"/>
          <ac:spMkLst>
            <pc:docMk/>
            <pc:sldMk cId="3986819710" sldId="259"/>
            <ac:spMk id="11" creationId="{7DB99B9F-81A1-7A2F-BD83-A0C473CE2F82}"/>
          </ac:spMkLst>
        </pc:spChg>
        <pc:spChg chg="mod">
          <ac:chgData name="Natara Iata Pimoe" userId="S::iatapn01@myunitec.ac.nz::8635f0d9-0325-4000-8f83-6abc460f2669" providerId="AD" clId="Web-{2CC2E4B4-44D1-5589-141F-171B3E2BA6EE}" dt="2025-05-25T13:01:11.280" v="61" actId="14100"/>
          <ac:spMkLst>
            <pc:docMk/>
            <pc:sldMk cId="3986819710" sldId="259"/>
            <ac:spMk id="14" creationId="{A7B6E422-15EC-7845-5481-696498DA3C29}"/>
          </ac:spMkLst>
        </pc:spChg>
        <pc:grpChg chg="add mod">
          <ac:chgData name="Natara Iata Pimoe" userId="S::iatapn01@myunitec.ac.nz::8635f0d9-0325-4000-8f83-6abc460f2669" providerId="AD" clId="Web-{2CC2E4B4-44D1-5589-141F-171B3E2BA6EE}" dt="2025-05-25T13:02:13.562" v="64" actId="1076"/>
          <ac:grpSpMkLst>
            <pc:docMk/>
            <pc:sldMk cId="3986819710" sldId="259"/>
            <ac:grpSpMk id="5" creationId="{B2C55001-C56E-9FF6-45B7-9E17E40B810B}"/>
          </ac:grpSpMkLst>
        </pc:grpChg>
        <pc:picChg chg="mod">
          <ac:chgData name="Natara Iata Pimoe" userId="S::iatapn01@myunitec.ac.nz::8635f0d9-0325-4000-8f83-6abc460f2669" providerId="AD" clId="Web-{2CC2E4B4-44D1-5589-141F-171B3E2BA6EE}" dt="2025-05-25T13:01:25.952" v="62" actId="14100"/>
          <ac:picMkLst>
            <pc:docMk/>
            <pc:sldMk cId="3986819710" sldId="259"/>
            <ac:picMk id="15" creationId="{2F445886-20B2-5289-2BB6-02D37CDADE56}"/>
          </ac:picMkLst>
        </pc:picChg>
      </pc:sldChg>
      <pc:sldChg chg="modSp add replId">
        <pc:chgData name="Natara Iata Pimoe" userId="S::iatapn01@myunitec.ac.nz::8635f0d9-0325-4000-8f83-6abc460f2669" providerId="AD" clId="Web-{2CC2E4B4-44D1-5589-141F-171B3E2BA6EE}" dt="2025-05-25T13:46:08.907" v="275" actId="20577"/>
        <pc:sldMkLst>
          <pc:docMk/>
          <pc:sldMk cId="1559741571" sldId="277"/>
        </pc:sldMkLst>
        <pc:spChg chg="mod">
          <ac:chgData name="Natara Iata Pimoe" userId="S::iatapn01@myunitec.ac.nz::8635f0d9-0325-4000-8f83-6abc460f2669" providerId="AD" clId="Web-{2CC2E4B4-44D1-5589-141F-171B3E2BA6EE}" dt="2025-05-25T13:46:08.907" v="275" actId="20577"/>
          <ac:spMkLst>
            <pc:docMk/>
            <pc:sldMk cId="1559741571" sldId="277"/>
            <ac:spMk id="16" creationId="{73D685FA-D88E-6C59-964D-135D1F928715}"/>
          </ac:spMkLst>
        </pc:spChg>
      </pc:sldChg>
      <pc:sldChg chg="delSp modSp add ord replId">
        <pc:chgData name="Natara Iata Pimoe" userId="S::iatapn01@myunitec.ac.nz::8635f0d9-0325-4000-8f83-6abc460f2669" providerId="AD" clId="Web-{2CC2E4B4-44D1-5589-141F-171B3E2BA6EE}" dt="2025-05-25T13:42:46.760" v="267"/>
        <pc:sldMkLst>
          <pc:docMk/>
          <pc:sldMk cId="761695668" sldId="278"/>
        </pc:sldMkLst>
        <pc:spChg chg="mod">
          <ac:chgData name="Natara Iata Pimoe" userId="S::iatapn01@myunitec.ac.nz::8635f0d9-0325-4000-8f83-6abc460f2669" providerId="AD" clId="Web-{2CC2E4B4-44D1-5589-141F-171B3E2BA6EE}" dt="2025-05-25T13:42:18.775" v="261" actId="1076"/>
          <ac:spMkLst>
            <pc:docMk/>
            <pc:sldMk cId="761695668" sldId="278"/>
            <ac:spMk id="4" creationId="{C755D3FD-4106-9030-A7C6-43468AFE423D}"/>
          </ac:spMkLst>
        </pc:spChg>
        <pc:spChg chg="del">
          <ac:chgData name="Natara Iata Pimoe" userId="S::iatapn01@myunitec.ac.nz::8635f0d9-0325-4000-8f83-6abc460f2669" providerId="AD" clId="Web-{2CC2E4B4-44D1-5589-141F-171B3E2BA6EE}" dt="2025-05-25T13:41:53.244" v="256"/>
          <ac:spMkLst>
            <pc:docMk/>
            <pc:sldMk cId="761695668" sldId="278"/>
            <ac:spMk id="5" creationId="{7DC79080-8CAC-86E9-6D65-C0A4CF238C19}"/>
          </ac:spMkLst>
        </pc:spChg>
        <pc:spChg chg="mod">
          <ac:chgData name="Natara Iata Pimoe" userId="S::iatapn01@myunitec.ac.nz::8635f0d9-0325-4000-8f83-6abc460f2669" providerId="AD" clId="Web-{2CC2E4B4-44D1-5589-141F-171B3E2BA6EE}" dt="2025-05-25T13:42:42.729" v="266" actId="1076"/>
          <ac:spMkLst>
            <pc:docMk/>
            <pc:sldMk cId="761695668" sldId="278"/>
            <ac:spMk id="8" creationId="{B7A4943A-89D1-E0D7-BDC4-8F16A18E19C8}"/>
          </ac:spMkLst>
        </pc:spChg>
        <pc:spChg chg="del">
          <ac:chgData name="Natara Iata Pimoe" userId="S::iatapn01@myunitec.ac.nz::8635f0d9-0325-4000-8f83-6abc460f2669" providerId="AD" clId="Web-{2CC2E4B4-44D1-5589-141F-171B3E2BA6EE}" dt="2025-05-25T13:42:46.760" v="267"/>
          <ac:spMkLst>
            <pc:docMk/>
            <pc:sldMk cId="761695668" sldId="278"/>
            <ac:spMk id="9" creationId="{6E2F0804-56BA-BC16-2C1B-648732A09423}"/>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80392484-B666-4961-9D70-15AB9490C6F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7661784-E2F3-42B1-BB7A-DAF957D0A1A9}">
      <dgm:prSet/>
      <dgm:spPr/>
      <dgm:t>
        <a:bodyPr/>
        <a:lstStyle/>
        <a:p>
          <a:r>
            <a:rPr lang="en-AU" dirty="0"/>
            <a:t>1.	Monthly report on the most profitable employees</a:t>
          </a:r>
          <a:endParaRPr lang="en-US" dirty="0"/>
        </a:p>
      </dgm:t>
    </dgm:pt>
    <dgm:pt modelId="{C89CF8EE-6538-434E-940F-9839094EE526}" type="parTrans" cxnId="{F11DFF86-6207-46A3-9892-61B15F64A0F8}">
      <dgm:prSet/>
      <dgm:spPr/>
      <dgm:t>
        <a:bodyPr/>
        <a:lstStyle/>
        <a:p>
          <a:endParaRPr lang="en-US"/>
        </a:p>
      </dgm:t>
    </dgm:pt>
    <dgm:pt modelId="{C587F006-24D6-4829-A667-02728CD88236}" type="sibTrans" cxnId="{F11DFF86-6207-46A3-9892-61B15F64A0F8}">
      <dgm:prSet/>
      <dgm:spPr/>
      <dgm:t>
        <a:bodyPr/>
        <a:lstStyle/>
        <a:p>
          <a:endParaRPr lang="en-US"/>
        </a:p>
      </dgm:t>
    </dgm:pt>
    <dgm:pt modelId="{93182521-EF7F-412C-B088-C0859F21627A}">
      <dgm:prSet/>
      <dgm:spPr/>
      <dgm:t>
        <a:bodyPr/>
        <a:lstStyle/>
        <a:p>
          <a:r>
            <a:rPr lang="en-AU" dirty="0"/>
            <a:t>2.	Summary report on the total sales based on City. </a:t>
          </a:r>
          <a:endParaRPr lang="en-US" dirty="0"/>
        </a:p>
      </dgm:t>
    </dgm:pt>
    <dgm:pt modelId="{F78BC20A-9B01-40E5-884F-47BA929BBF8F}" type="parTrans" cxnId="{138BA0D3-637A-4E30-9733-AC9B27FBB57C}">
      <dgm:prSet/>
      <dgm:spPr/>
      <dgm:t>
        <a:bodyPr/>
        <a:lstStyle/>
        <a:p>
          <a:endParaRPr lang="en-US"/>
        </a:p>
      </dgm:t>
    </dgm:pt>
    <dgm:pt modelId="{554AD8A9-7445-4018-A76B-05AC1215A940}" type="sibTrans" cxnId="{138BA0D3-637A-4E30-9733-AC9B27FBB57C}">
      <dgm:prSet/>
      <dgm:spPr/>
      <dgm:t>
        <a:bodyPr/>
        <a:lstStyle/>
        <a:p>
          <a:endParaRPr lang="en-US"/>
        </a:p>
      </dgm:t>
    </dgm:pt>
    <dgm:pt modelId="{0BD4C099-5769-4536-9C22-8100CF091DB6}">
      <dgm:prSet/>
      <dgm:spPr/>
      <dgm:t>
        <a:bodyPr/>
        <a:lstStyle/>
        <a:p>
          <a:r>
            <a:rPr lang="en-AU" dirty="0"/>
            <a:t>3.	Monthly report on the customers who have bought the most. </a:t>
          </a:r>
          <a:endParaRPr lang="en-US" dirty="0"/>
        </a:p>
      </dgm:t>
    </dgm:pt>
    <dgm:pt modelId="{E5EEB0AC-0879-4F1D-B1A9-5DF443C84BE4}" type="parTrans" cxnId="{D6810320-B6C4-4417-BC54-B40C3C3BB556}">
      <dgm:prSet/>
      <dgm:spPr/>
      <dgm:t>
        <a:bodyPr/>
        <a:lstStyle/>
        <a:p>
          <a:endParaRPr lang="en-US"/>
        </a:p>
      </dgm:t>
    </dgm:pt>
    <dgm:pt modelId="{2180BAAA-88A7-4B93-823F-DB1AFF9BEBD5}" type="sibTrans" cxnId="{D6810320-B6C4-4417-BC54-B40C3C3BB556}">
      <dgm:prSet/>
      <dgm:spPr/>
      <dgm:t>
        <a:bodyPr/>
        <a:lstStyle/>
        <a:p>
          <a:endParaRPr lang="en-US"/>
        </a:p>
      </dgm:t>
    </dgm:pt>
    <dgm:pt modelId="{E7A6D112-4160-48FD-BE56-4EFEBA58A08E}">
      <dgm:prSet/>
      <dgm:spPr/>
      <dgm:t>
        <a:bodyPr/>
        <a:lstStyle/>
        <a:p>
          <a:r>
            <a:rPr lang="en-AU" dirty="0"/>
            <a:t>4.	Monthly sales report that list and comparer of Total-Profit with Total-Possible-Profit for each product line</a:t>
          </a:r>
          <a:endParaRPr lang="en-US" dirty="0"/>
        </a:p>
      </dgm:t>
    </dgm:pt>
    <dgm:pt modelId="{396A54BB-8481-49E4-9316-EB8B7D67C0EB}" type="parTrans" cxnId="{1F5D1A33-F25F-41DA-B587-3D26224BFFDA}">
      <dgm:prSet/>
      <dgm:spPr/>
      <dgm:t>
        <a:bodyPr/>
        <a:lstStyle/>
        <a:p>
          <a:endParaRPr lang="en-US"/>
        </a:p>
      </dgm:t>
    </dgm:pt>
    <dgm:pt modelId="{918D33C5-8674-4A53-B303-D8232DE682D9}" type="sibTrans" cxnId="{1F5D1A33-F25F-41DA-B587-3D26224BFFDA}">
      <dgm:prSet/>
      <dgm:spPr/>
      <dgm:t>
        <a:bodyPr/>
        <a:lstStyle/>
        <a:p>
          <a:endParaRPr lang="en-US"/>
        </a:p>
      </dgm:t>
    </dgm:pt>
    <dgm:pt modelId="{CA8C772D-4838-47B0-9DA6-901183FF9957}" type="pres">
      <dgm:prSet presAssocID="{80392484-B666-4961-9D70-15AB9490C6F4}" presName="root" presStyleCnt="0">
        <dgm:presLayoutVars>
          <dgm:dir/>
          <dgm:resizeHandles val="exact"/>
        </dgm:presLayoutVars>
      </dgm:prSet>
      <dgm:spPr/>
    </dgm:pt>
    <dgm:pt modelId="{A8A74F2D-DDF1-4472-BBE4-CF95CF72DDBC}" type="pres">
      <dgm:prSet presAssocID="{C7661784-E2F3-42B1-BB7A-DAF957D0A1A9}" presName="compNode" presStyleCnt="0"/>
      <dgm:spPr/>
    </dgm:pt>
    <dgm:pt modelId="{1B2AFB9D-D87F-49F6-A975-52E161D3C753}" type="pres">
      <dgm:prSet presAssocID="{C7661784-E2F3-42B1-BB7A-DAF957D0A1A9}" presName="bgRect" presStyleLbl="bgShp" presStyleIdx="0" presStyleCnt="4"/>
      <dgm:spPr/>
    </dgm:pt>
    <dgm:pt modelId="{B3649934-6E08-436A-993D-0DA2658F5603}" type="pres">
      <dgm:prSet presAssocID="{C7661784-E2F3-42B1-BB7A-DAF957D0A1A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ity"/>
        </a:ext>
      </dgm:extLst>
    </dgm:pt>
    <dgm:pt modelId="{67CC0C41-DCD5-4325-9618-017F3D5654F8}" type="pres">
      <dgm:prSet presAssocID="{C7661784-E2F3-42B1-BB7A-DAF957D0A1A9}" presName="spaceRect" presStyleCnt="0"/>
      <dgm:spPr/>
    </dgm:pt>
    <dgm:pt modelId="{7749AE30-EFD6-4F88-82AA-9A9EC4AF51FB}" type="pres">
      <dgm:prSet presAssocID="{C7661784-E2F3-42B1-BB7A-DAF957D0A1A9}" presName="parTx" presStyleLbl="revTx" presStyleIdx="0" presStyleCnt="4">
        <dgm:presLayoutVars>
          <dgm:chMax val="0"/>
          <dgm:chPref val="0"/>
        </dgm:presLayoutVars>
      </dgm:prSet>
      <dgm:spPr/>
    </dgm:pt>
    <dgm:pt modelId="{756EF1F9-B3C8-448F-BAA9-BEBCD15B09C1}" type="pres">
      <dgm:prSet presAssocID="{C587F006-24D6-4829-A667-02728CD88236}" presName="sibTrans" presStyleCnt="0"/>
      <dgm:spPr/>
    </dgm:pt>
    <dgm:pt modelId="{CB8B7CDB-13AC-46BA-9400-49598670A358}" type="pres">
      <dgm:prSet presAssocID="{93182521-EF7F-412C-B088-C0859F21627A}" presName="compNode" presStyleCnt="0"/>
      <dgm:spPr/>
    </dgm:pt>
    <dgm:pt modelId="{F9966F8A-DDB0-4957-8C00-41D6D0E31684}" type="pres">
      <dgm:prSet presAssocID="{93182521-EF7F-412C-B088-C0859F21627A}" presName="bgRect" presStyleLbl="bgShp" presStyleIdx="1" presStyleCnt="4"/>
      <dgm:spPr/>
    </dgm:pt>
    <dgm:pt modelId="{FB98F908-E7C8-4A19-918E-3CEC315D3BAF}" type="pres">
      <dgm:prSet presAssocID="{93182521-EF7F-412C-B088-C0859F21627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ilding"/>
        </a:ext>
      </dgm:extLst>
    </dgm:pt>
    <dgm:pt modelId="{5E64FCD3-DC97-4A21-888F-0CE4FEB45F33}" type="pres">
      <dgm:prSet presAssocID="{93182521-EF7F-412C-B088-C0859F21627A}" presName="spaceRect" presStyleCnt="0"/>
      <dgm:spPr/>
    </dgm:pt>
    <dgm:pt modelId="{B25875EF-08AD-44BC-891A-ED50B456700B}" type="pres">
      <dgm:prSet presAssocID="{93182521-EF7F-412C-B088-C0859F21627A}" presName="parTx" presStyleLbl="revTx" presStyleIdx="1" presStyleCnt="4">
        <dgm:presLayoutVars>
          <dgm:chMax val="0"/>
          <dgm:chPref val="0"/>
        </dgm:presLayoutVars>
      </dgm:prSet>
      <dgm:spPr/>
    </dgm:pt>
    <dgm:pt modelId="{11583E2A-BB4E-4C46-AA47-EBDF9D29EFBB}" type="pres">
      <dgm:prSet presAssocID="{554AD8A9-7445-4018-A76B-05AC1215A940}" presName="sibTrans" presStyleCnt="0"/>
      <dgm:spPr/>
    </dgm:pt>
    <dgm:pt modelId="{7191EFD9-3360-49B2-8351-05DE3510F62A}" type="pres">
      <dgm:prSet presAssocID="{0BD4C099-5769-4536-9C22-8100CF091DB6}" presName="compNode" presStyleCnt="0"/>
      <dgm:spPr/>
    </dgm:pt>
    <dgm:pt modelId="{DDA3C569-A9B0-43CC-A2EB-6AFB131800B6}" type="pres">
      <dgm:prSet presAssocID="{0BD4C099-5769-4536-9C22-8100CF091DB6}" presName="bgRect" presStyleLbl="bgShp" presStyleIdx="2" presStyleCnt="4"/>
      <dgm:spPr/>
    </dgm:pt>
    <dgm:pt modelId="{D7D06462-9E02-4EA8-909D-9EA69336DF37}" type="pres">
      <dgm:prSet presAssocID="{0BD4C099-5769-4536-9C22-8100CF091DB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opping cart"/>
        </a:ext>
      </dgm:extLst>
    </dgm:pt>
    <dgm:pt modelId="{7CDE6DB9-864E-4298-9BC5-77DCF21D35FA}" type="pres">
      <dgm:prSet presAssocID="{0BD4C099-5769-4536-9C22-8100CF091DB6}" presName="spaceRect" presStyleCnt="0"/>
      <dgm:spPr/>
    </dgm:pt>
    <dgm:pt modelId="{CD1E65EF-EED5-4C8A-814B-DAC422E32521}" type="pres">
      <dgm:prSet presAssocID="{0BD4C099-5769-4536-9C22-8100CF091DB6}" presName="parTx" presStyleLbl="revTx" presStyleIdx="2" presStyleCnt="4">
        <dgm:presLayoutVars>
          <dgm:chMax val="0"/>
          <dgm:chPref val="0"/>
        </dgm:presLayoutVars>
      </dgm:prSet>
      <dgm:spPr/>
    </dgm:pt>
    <dgm:pt modelId="{5D507C63-5C74-49E0-85A7-3B75575D9F53}" type="pres">
      <dgm:prSet presAssocID="{2180BAAA-88A7-4B93-823F-DB1AFF9BEBD5}" presName="sibTrans" presStyleCnt="0"/>
      <dgm:spPr/>
    </dgm:pt>
    <dgm:pt modelId="{D2555FB2-829B-4CC3-8329-DB7C13DE5FAC}" type="pres">
      <dgm:prSet presAssocID="{E7A6D112-4160-48FD-BE56-4EFEBA58A08E}" presName="compNode" presStyleCnt="0"/>
      <dgm:spPr/>
    </dgm:pt>
    <dgm:pt modelId="{293607AA-7342-44B0-9D24-C31FF54DC514}" type="pres">
      <dgm:prSet presAssocID="{E7A6D112-4160-48FD-BE56-4EFEBA58A08E}" presName="bgRect" presStyleLbl="bgShp" presStyleIdx="3" presStyleCnt="4"/>
      <dgm:spPr/>
    </dgm:pt>
    <dgm:pt modelId="{0B1DA915-81E8-4DD8-807A-D41A52970D5E}" type="pres">
      <dgm:prSet presAssocID="{E7A6D112-4160-48FD-BE56-4EFEBA58A08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r Graph with Upward Trend"/>
        </a:ext>
      </dgm:extLst>
    </dgm:pt>
    <dgm:pt modelId="{29694A06-5FB0-42F3-AF17-72877543601F}" type="pres">
      <dgm:prSet presAssocID="{E7A6D112-4160-48FD-BE56-4EFEBA58A08E}" presName="spaceRect" presStyleCnt="0"/>
      <dgm:spPr/>
    </dgm:pt>
    <dgm:pt modelId="{BC366C55-68E6-44B1-ADF1-AF2C41E46AEE}" type="pres">
      <dgm:prSet presAssocID="{E7A6D112-4160-48FD-BE56-4EFEBA58A08E}" presName="parTx" presStyleLbl="revTx" presStyleIdx="3" presStyleCnt="4">
        <dgm:presLayoutVars>
          <dgm:chMax val="0"/>
          <dgm:chPref val="0"/>
        </dgm:presLayoutVars>
      </dgm:prSet>
      <dgm:spPr/>
    </dgm:pt>
  </dgm:ptLst>
  <dgm:cxnLst>
    <dgm:cxn modelId="{4836DD07-B82F-492B-9828-B5238D344EFB}" type="presOf" srcId="{80392484-B666-4961-9D70-15AB9490C6F4}" destId="{CA8C772D-4838-47B0-9DA6-901183FF9957}" srcOrd="0" destOrd="0" presId="urn:microsoft.com/office/officeart/2018/2/layout/IconVerticalSolidList"/>
    <dgm:cxn modelId="{D6810320-B6C4-4417-BC54-B40C3C3BB556}" srcId="{80392484-B666-4961-9D70-15AB9490C6F4}" destId="{0BD4C099-5769-4536-9C22-8100CF091DB6}" srcOrd="2" destOrd="0" parTransId="{E5EEB0AC-0879-4F1D-B1A9-5DF443C84BE4}" sibTransId="{2180BAAA-88A7-4B93-823F-DB1AFF9BEBD5}"/>
    <dgm:cxn modelId="{1F5D1A33-F25F-41DA-B587-3D26224BFFDA}" srcId="{80392484-B666-4961-9D70-15AB9490C6F4}" destId="{E7A6D112-4160-48FD-BE56-4EFEBA58A08E}" srcOrd="3" destOrd="0" parTransId="{396A54BB-8481-49E4-9316-EB8B7D67C0EB}" sibTransId="{918D33C5-8674-4A53-B303-D8232DE682D9}"/>
    <dgm:cxn modelId="{F11DFF86-6207-46A3-9892-61B15F64A0F8}" srcId="{80392484-B666-4961-9D70-15AB9490C6F4}" destId="{C7661784-E2F3-42B1-BB7A-DAF957D0A1A9}" srcOrd="0" destOrd="0" parTransId="{C89CF8EE-6538-434E-940F-9839094EE526}" sibTransId="{C587F006-24D6-4829-A667-02728CD88236}"/>
    <dgm:cxn modelId="{B4D15892-19FB-4DFB-A09E-F078D31AD809}" type="presOf" srcId="{C7661784-E2F3-42B1-BB7A-DAF957D0A1A9}" destId="{7749AE30-EFD6-4F88-82AA-9A9EC4AF51FB}" srcOrd="0" destOrd="0" presId="urn:microsoft.com/office/officeart/2018/2/layout/IconVerticalSolidList"/>
    <dgm:cxn modelId="{D8379AAA-2B9C-4950-B8B7-DB8332BF199E}" type="presOf" srcId="{E7A6D112-4160-48FD-BE56-4EFEBA58A08E}" destId="{BC366C55-68E6-44B1-ADF1-AF2C41E46AEE}" srcOrd="0" destOrd="0" presId="urn:microsoft.com/office/officeart/2018/2/layout/IconVerticalSolidList"/>
    <dgm:cxn modelId="{138BA0D3-637A-4E30-9733-AC9B27FBB57C}" srcId="{80392484-B666-4961-9D70-15AB9490C6F4}" destId="{93182521-EF7F-412C-B088-C0859F21627A}" srcOrd="1" destOrd="0" parTransId="{F78BC20A-9B01-40E5-884F-47BA929BBF8F}" sibTransId="{554AD8A9-7445-4018-A76B-05AC1215A940}"/>
    <dgm:cxn modelId="{3D41B0D4-F95D-4DCB-9A21-7A90C8278866}" type="presOf" srcId="{0BD4C099-5769-4536-9C22-8100CF091DB6}" destId="{CD1E65EF-EED5-4C8A-814B-DAC422E32521}" srcOrd="0" destOrd="0" presId="urn:microsoft.com/office/officeart/2018/2/layout/IconVerticalSolidList"/>
    <dgm:cxn modelId="{F889B4F3-EC1A-43E3-BF54-34EB27AA5083}" type="presOf" srcId="{93182521-EF7F-412C-B088-C0859F21627A}" destId="{B25875EF-08AD-44BC-891A-ED50B456700B}" srcOrd="0" destOrd="0" presId="urn:microsoft.com/office/officeart/2018/2/layout/IconVerticalSolidList"/>
    <dgm:cxn modelId="{1F7E5E51-3DA7-40F3-9C46-CB02ECD66E10}" type="presParOf" srcId="{CA8C772D-4838-47B0-9DA6-901183FF9957}" destId="{A8A74F2D-DDF1-4472-BBE4-CF95CF72DDBC}" srcOrd="0" destOrd="0" presId="urn:microsoft.com/office/officeart/2018/2/layout/IconVerticalSolidList"/>
    <dgm:cxn modelId="{02B5CABC-5723-4915-B32B-EA0BB2DA96F0}" type="presParOf" srcId="{A8A74F2D-DDF1-4472-BBE4-CF95CF72DDBC}" destId="{1B2AFB9D-D87F-49F6-A975-52E161D3C753}" srcOrd="0" destOrd="0" presId="urn:microsoft.com/office/officeart/2018/2/layout/IconVerticalSolidList"/>
    <dgm:cxn modelId="{CCB88570-E570-4635-ADDA-9BBD8FD6100A}" type="presParOf" srcId="{A8A74F2D-DDF1-4472-BBE4-CF95CF72DDBC}" destId="{B3649934-6E08-436A-993D-0DA2658F5603}" srcOrd="1" destOrd="0" presId="urn:microsoft.com/office/officeart/2018/2/layout/IconVerticalSolidList"/>
    <dgm:cxn modelId="{0A0E4A70-7643-421C-A911-49AC6FFA6D33}" type="presParOf" srcId="{A8A74F2D-DDF1-4472-BBE4-CF95CF72DDBC}" destId="{67CC0C41-DCD5-4325-9618-017F3D5654F8}" srcOrd="2" destOrd="0" presId="urn:microsoft.com/office/officeart/2018/2/layout/IconVerticalSolidList"/>
    <dgm:cxn modelId="{4DAFC472-6194-429A-8760-90FCBB3CF05D}" type="presParOf" srcId="{A8A74F2D-DDF1-4472-BBE4-CF95CF72DDBC}" destId="{7749AE30-EFD6-4F88-82AA-9A9EC4AF51FB}" srcOrd="3" destOrd="0" presId="urn:microsoft.com/office/officeart/2018/2/layout/IconVerticalSolidList"/>
    <dgm:cxn modelId="{0DB07790-EEB5-42F2-B0A9-280472BB1FA1}" type="presParOf" srcId="{CA8C772D-4838-47B0-9DA6-901183FF9957}" destId="{756EF1F9-B3C8-448F-BAA9-BEBCD15B09C1}" srcOrd="1" destOrd="0" presId="urn:microsoft.com/office/officeart/2018/2/layout/IconVerticalSolidList"/>
    <dgm:cxn modelId="{B635F9C9-CBB0-4404-BC64-BC15CA09EC3B}" type="presParOf" srcId="{CA8C772D-4838-47B0-9DA6-901183FF9957}" destId="{CB8B7CDB-13AC-46BA-9400-49598670A358}" srcOrd="2" destOrd="0" presId="urn:microsoft.com/office/officeart/2018/2/layout/IconVerticalSolidList"/>
    <dgm:cxn modelId="{4ECECDD6-E716-4312-B6CD-9A7776AFEE9C}" type="presParOf" srcId="{CB8B7CDB-13AC-46BA-9400-49598670A358}" destId="{F9966F8A-DDB0-4957-8C00-41D6D0E31684}" srcOrd="0" destOrd="0" presId="urn:microsoft.com/office/officeart/2018/2/layout/IconVerticalSolidList"/>
    <dgm:cxn modelId="{4B28D0FA-42BB-44B2-BDE7-AED47779C219}" type="presParOf" srcId="{CB8B7CDB-13AC-46BA-9400-49598670A358}" destId="{FB98F908-E7C8-4A19-918E-3CEC315D3BAF}" srcOrd="1" destOrd="0" presId="urn:microsoft.com/office/officeart/2018/2/layout/IconVerticalSolidList"/>
    <dgm:cxn modelId="{219AA427-8A4C-4985-9D16-83FC22C9A7A9}" type="presParOf" srcId="{CB8B7CDB-13AC-46BA-9400-49598670A358}" destId="{5E64FCD3-DC97-4A21-888F-0CE4FEB45F33}" srcOrd="2" destOrd="0" presId="urn:microsoft.com/office/officeart/2018/2/layout/IconVerticalSolidList"/>
    <dgm:cxn modelId="{B2A02DDB-5673-4E12-B438-32AB94E651FB}" type="presParOf" srcId="{CB8B7CDB-13AC-46BA-9400-49598670A358}" destId="{B25875EF-08AD-44BC-891A-ED50B456700B}" srcOrd="3" destOrd="0" presId="urn:microsoft.com/office/officeart/2018/2/layout/IconVerticalSolidList"/>
    <dgm:cxn modelId="{5F4D52BA-8080-4161-93E3-F78C7A8368BC}" type="presParOf" srcId="{CA8C772D-4838-47B0-9DA6-901183FF9957}" destId="{11583E2A-BB4E-4C46-AA47-EBDF9D29EFBB}" srcOrd="3" destOrd="0" presId="urn:microsoft.com/office/officeart/2018/2/layout/IconVerticalSolidList"/>
    <dgm:cxn modelId="{5A907C66-4638-437F-9171-63C196EA256B}" type="presParOf" srcId="{CA8C772D-4838-47B0-9DA6-901183FF9957}" destId="{7191EFD9-3360-49B2-8351-05DE3510F62A}" srcOrd="4" destOrd="0" presId="urn:microsoft.com/office/officeart/2018/2/layout/IconVerticalSolidList"/>
    <dgm:cxn modelId="{38D6114A-EDC7-4F14-8112-06881A182A7C}" type="presParOf" srcId="{7191EFD9-3360-49B2-8351-05DE3510F62A}" destId="{DDA3C569-A9B0-43CC-A2EB-6AFB131800B6}" srcOrd="0" destOrd="0" presId="urn:microsoft.com/office/officeart/2018/2/layout/IconVerticalSolidList"/>
    <dgm:cxn modelId="{B38CC7C3-D3FE-4117-BDBE-F3CA2D4EDC3F}" type="presParOf" srcId="{7191EFD9-3360-49B2-8351-05DE3510F62A}" destId="{D7D06462-9E02-4EA8-909D-9EA69336DF37}" srcOrd="1" destOrd="0" presId="urn:microsoft.com/office/officeart/2018/2/layout/IconVerticalSolidList"/>
    <dgm:cxn modelId="{52F2A7B5-296C-4810-9FCB-B84AE2AE80D8}" type="presParOf" srcId="{7191EFD9-3360-49B2-8351-05DE3510F62A}" destId="{7CDE6DB9-864E-4298-9BC5-77DCF21D35FA}" srcOrd="2" destOrd="0" presId="urn:microsoft.com/office/officeart/2018/2/layout/IconVerticalSolidList"/>
    <dgm:cxn modelId="{15C2F8E9-79C1-4A3F-9F9A-3B0CD92B72D2}" type="presParOf" srcId="{7191EFD9-3360-49B2-8351-05DE3510F62A}" destId="{CD1E65EF-EED5-4C8A-814B-DAC422E32521}" srcOrd="3" destOrd="0" presId="urn:microsoft.com/office/officeart/2018/2/layout/IconVerticalSolidList"/>
    <dgm:cxn modelId="{4F61982B-9F16-4FCE-AE34-1CE6B62ECB52}" type="presParOf" srcId="{CA8C772D-4838-47B0-9DA6-901183FF9957}" destId="{5D507C63-5C74-49E0-85A7-3B75575D9F53}" srcOrd="5" destOrd="0" presId="urn:microsoft.com/office/officeart/2018/2/layout/IconVerticalSolidList"/>
    <dgm:cxn modelId="{67F62E56-695B-404F-B655-7B62DBBBE0D5}" type="presParOf" srcId="{CA8C772D-4838-47B0-9DA6-901183FF9957}" destId="{D2555FB2-829B-4CC3-8329-DB7C13DE5FAC}" srcOrd="6" destOrd="0" presId="urn:microsoft.com/office/officeart/2018/2/layout/IconVerticalSolidList"/>
    <dgm:cxn modelId="{93C2EA44-2212-4DE7-B89E-ADC43CE70427}" type="presParOf" srcId="{D2555FB2-829B-4CC3-8329-DB7C13DE5FAC}" destId="{293607AA-7342-44B0-9D24-C31FF54DC514}" srcOrd="0" destOrd="0" presId="urn:microsoft.com/office/officeart/2018/2/layout/IconVerticalSolidList"/>
    <dgm:cxn modelId="{F1D58145-F7FC-44C3-9C25-0D178C5C9E2D}" type="presParOf" srcId="{D2555FB2-829B-4CC3-8329-DB7C13DE5FAC}" destId="{0B1DA915-81E8-4DD8-807A-D41A52970D5E}" srcOrd="1" destOrd="0" presId="urn:microsoft.com/office/officeart/2018/2/layout/IconVerticalSolidList"/>
    <dgm:cxn modelId="{BC535EEB-078F-452F-8C79-48265D5B0B04}" type="presParOf" srcId="{D2555FB2-829B-4CC3-8329-DB7C13DE5FAC}" destId="{29694A06-5FB0-42F3-AF17-72877543601F}" srcOrd="2" destOrd="0" presId="urn:microsoft.com/office/officeart/2018/2/layout/IconVerticalSolidList"/>
    <dgm:cxn modelId="{438D04CD-14C9-4C73-86E3-19D431339E92}" type="presParOf" srcId="{D2555FB2-829B-4CC3-8329-DB7C13DE5FAC}" destId="{BC366C55-68E6-44B1-ADF1-AF2C41E46AE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2AFB9D-D87F-49F6-A975-52E161D3C753}">
      <dsp:nvSpPr>
        <dsp:cNvPr id="0" name=""/>
        <dsp:cNvSpPr/>
      </dsp:nvSpPr>
      <dsp:spPr>
        <a:xfrm>
          <a:off x="0" y="1808"/>
          <a:ext cx="10515600" cy="91661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649934-6E08-436A-993D-0DA2658F5603}">
      <dsp:nvSpPr>
        <dsp:cNvPr id="0" name=""/>
        <dsp:cNvSpPr/>
      </dsp:nvSpPr>
      <dsp:spPr>
        <a:xfrm>
          <a:off x="277275" y="208046"/>
          <a:ext cx="504136" cy="5041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49AE30-EFD6-4F88-82AA-9A9EC4AF51FB}">
      <dsp:nvSpPr>
        <dsp:cNvPr id="0" name=""/>
        <dsp:cNvSpPr/>
      </dsp:nvSpPr>
      <dsp:spPr>
        <a:xfrm>
          <a:off x="1058686" y="1808"/>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en-AU" sz="2200" kern="1200" dirty="0"/>
            <a:t>1.	Monthly report on the most profitable employees</a:t>
          </a:r>
          <a:endParaRPr lang="en-US" sz="2200" kern="1200" dirty="0"/>
        </a:p>
      </dsp:txBody>
      <dsp:txXfrm>
        <a:off x="1058686" y="1808"/>
        <a:ext cx="9456913" cy="916611"/>
      </dsp:txXfrm>
    </dsp:sp>
    <dsp:sp modelId="{F9966F8A-DDB0-4957-8C00-41D6D0E31684}">
      <dsp:nvSpPr>
        <dsp:cNvPr id="0" name=""/>
        <dsp:cNvSpPr/>
      </dsp:nvSpPr>
      <dsp:spPr>
        <a:xfrm>
          <a:off x="0" y="1147573"/>
          <a:ext cx="10515600" cy="91661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98F908-E7C8-4A19-918E-3CEC315D3BAF}">
      <dsp:nvSpPr>
        <dsp:cNvPr id="0" name=""/>
        <dsp:cNvSpPr/>
      </dsp:nvSpPr>
      <dsp:spPr>
        <a:xfrm>
          <a:off x="277275" y="1353811"/>
          <a:ext cx="504136" cy="5041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5875EF-08AD-44BC-891A-ED50B456700B}">
      <dsp:nvSpPr>
        <dsp:cNvPr id="0" name=""/>
        <dsp:cNvSpPr/>
      </dsp:nvSpPr>
      <dsp:spPr>
        <a:xfrm>
          <a:off x="1058686" y="1147573"/>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en-AU" sz="2200" kern="1200" dirty="0"/>
            <a:t>2.	Summary report on the total sales based on City. </a:t>
          </a:r>
          <a:endParaRPr lang="en-US" sz="2200" kern="1200" dirty="0"/>
        </a:p>
      </dsp:txBody>
      <dsp:txXfrm>
        <a:off x="1058686" y="1147573"/>
        <a:ext cx="9456913" cy="916611"/>
      </dsp:txXfrm>
    </dsp:sp>
    <dsp:sp modelId="{DDA3C569-A9B0-43CC-A2EB-6AFB131800B6}">
      <dsp:nvSpPr>
        <dsp:cNvPr id="0" name=""/>
        <dsp:cNvSpPr/>
      </dsp:nvSpPr>
      <dsp:spPr>
        <a:xfrm>
          <a:off x="0" y="2293338"/>
          <a:ext cx="10515600" cy="91661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D06462-9E02-4EA8-909D-9EA69336DF37}">
      <dsp:nvSpPr>
        <dsp:cNvPr id="0" name=""/>
        <dsp:cNvSpPr/>
      </dsp:nvSpPr>
      <dsp:spPr>
        <a:xfrm>
          <a:off x="277275" y="2499576"/>
          <a:ext cx="504136" cy="5041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1E65EF-EED5-4C8A-814B-DAC422E32521}">
      <dsp:nvSpPr>
        <dsp:cNvPr id="0" name=""/>
        <dsp:cNvSpPr/>
      </dsp:nvSpPr>
      <dsp:spPr>
        <a:xfrm>
          <a:off x="1058686" y="2293338"/>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en-AU" sz="2200" kern="1200" dirty="0"/>
            <a:t>3.	Monthly report on the customers who have bought the most. </a:t>
          </a:r>
          <a:endParaRPr lang="en-US" sz="2200" kern="1200" dirty="0"/>
        </a:p>
      </dsp:txBody>
      <dsp:txXfrm>
        <a:off x="1058686" y="2293338"/>
        <a:ext cx="9456913" cy="916611"/>
      </dsp:txXfrm>
    </dsp:sp>
    <dsp:sp modelId="{293607AA-7342-44B0-9D24-C31FF54DC514}">
      <dsp:nvSpPr>
        <dsp:cNvPr id="0" name=""/>
        <dsp:cNvSpPr/>
      </dsp:nvSpPr>
      <dsp:spPr>
        <a:xfrm>
          <a:off x="0" y="3439103"/>
          <a:ext cx="10515600" cy="91661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1DA915-81E8-4DD8-807A-D41A52970D5E}">
      <dsp:nvSpPr>
        <dsp:cNvPr id="0" name=""/>
        <dsp:cNvSpPr/>
      </dsp:nvSpPr>
      <dsp:spPr>
        <a:xfrm>
          <a:off x="277275" y="3645341"/>
          <a:ext cx="504136" cy="5041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366C55-68E6-44B1-ADF1-AF2C41E46AEE}">
      <dsp:nvSpPr>
        <dsp:cNvPr id="0" name=""/>
        <dsp:cNvSpPr/>
      </dsp:nvSpPr>
      <dsp:spPr>
        <a:xfrm>
          <a:off x="1058686" y="3439103"/>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en-AU" sz="2200" kern="1200" dirty="0"/>
            <a:t>4.	Monthly sales report that list and comparer of Total-Profit with Total-Possible-Profit for each product line</a:t>
          </a:r>
          <a:endParaRPr lang="en-US" sz="2200" kern="1200" dirty="0"/>
        </a:p>
      </dsp:txBody>
      <dsp:txXfrm>
        <a:off x="1058686" y="3439103"/>
        <a:ext cx="9456913" cy="91661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6FE44F-1E1C-48D9-81F2-977CC275A534}" type="datetimeFigureOut">
              <a:t>27-May-25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4C47A8-DAA6-480F-936E-050D574CF78E}" type="slidenum">
              <a:t>‹#›</a:t>
            </a:fld>
            <a:endParaRPr lang="en-US"/>
          </a:p>
        </p:txBody>
      </p:sp>
    </p:spTree>
    <p:extLst>
      <p:ext uri="{BB962C8B-B14F-4D97-AF65-F5344CB8AC3E}">
        <p14:creationId xmlns:p14="http://schemas.microsoft.com/office/powerpoint/2010/main" val="2663193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matillion.com/blog/top-10-tips-for-creating-dimension-tables-using-matillion"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upgrad.com/blog/methods-of-data-transformation-in-data-mining/"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reqtest.com/en/knowledgebase/etl-testing-or-data-warehouse-testing/"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a typeface="Calibri"/>
                <a:cs typeface="Calibri"/>
              </a:rPr>
              <a:t>Introduction:</a:t>
            </a:r>
          </a:p>
          <a:p>
            <a:endParaRPr lang="en-US" dirty="0">
              <a:ea typeface="Calibri"/>
              <a:cs typeface="Calibri"/>
            </a:endParaRPr>
          </a:p>
          <a:p>
            <a:r>
              <a:rPr lang="en-US" dirty="0"/>
              <a:t>The case study is based on a fictional company called </a:t>
            </a:r>
            <a:r>
              <a:rPr lang="en-US" b="1" dirty="0"/>
              <a:t>Models Sales Company</a:t>
            </a:r>
            <a:r>
              <a:rPr lang="en-US" dirty="0"/>
              <a:t>, which currently uses an OLTP system in MS SQL Server to store transactional data for their customers, products, and sales.</a:t>
            </a:r>
            <a:endParaRPr lang="en-US"/>
          </a:p>
          <a:p>
            <a:endParaRPr lang="en-US" dirty="0"/>
          </a:p>
          <a:p>
            <a:r>
              <a:rPr lang="en-US" dirty="0"/>
              <a:t>In the scenario, the Sales Department Manager wants to move from basic storage to </a:t>
            </a:r>
            <a:r>
              <a:rPr lang="en-US" dirty="0" err="1"/>
              <a:t>centralised</a:t>
            </a:r>
            <a:r>
              <a:rPr lang="en-US" dirty="0"/>
              <a:t>, analysis-ready data access. The goal is to support better decision-making through detailed reporting and analysis.</a:t>
            </a:r>
            <a:endParaRPr lang="en-US" dirty="0">
              <a:ea typeface="Calibri"/>
              <a:cs typeface="Calibri"/>
            </a:endParaRPr>
          </a:p>
          <a:p>
            <a:endParaRPr lang="en-US" dirty="0"/>
          </a:p>
          <a:p>
            <a:r>
              <a:rPr lang="en-US" dirty="0"/>
              <a:t>As a group, we were tasked with designing and implementing a </a:t>
            </a:r>
            <a:r>
              <a:rPr lang="en-US" b="1" dirty="0"/>
              <a:t>complete data warehouse solution</a:t>
            </a:r>
            <a:r>
              <a:rPr lang="en-US" dirty="0"/>
              <a:t>. This included designing a </a:t>
            </a:r>
            <a:r>
              <a:rPr lang="en-US" b="1" dirty="0"/>
              <a:t>Star Schema</a:t>
            </a:r>
            <a:r>
              <a:rPr lang="en-US" dirty="0"/>
              <a:t>, applying </a:t>
            </a:r>
            <a:r>
              <a:rPr lang="en-US" b="1" dirty="0"/>
              <a:t>ETL processes</a:t>
            </a:r>
            <a:r>
              <a:rPr lang="en-US" dirty="0"/>
              <a:t>, enforcing </a:t>
            </a:r>
            <a:r>
              <a:rPr lang="en-US" b="1" dirty="0"/>
              <a:t>data quality rules</a:t>
            </a:r>
            <a:r>
              <a:rPr lang="en-US" dirty="0"/>
              <a:t>, and generating all required </a:t>
            </a:r>
            <a:r>
              <a:rPr lang="en-US" b="1" dirty="0"/>
              <a:t>monthly and summary reports</a:t>
            </a:r>
            <a:r>
              <a:rPr lang="en-US" dirty="0"/>
              <a:t>.</a:t>
            </a:r>
            <a:endParaRPr lang="en-US" dirty="0">
              <a:ea typeface="Calibri"/>
              <a:cs typeface="Calibri"/>
            </a:endParaRPr>
          </a:p>
          <a:p>
            <a:endParaRPr lang="en-US" dirty="0"/>
          </a:p>
          <a:p>
            <a:r>
              <a:rPr lang="en-US" dirty="0"/>
              <a:t>Each of us contributed to different aspects such as schema design, data cleansing, SQL scripting, and validating business logic. Together, we built a solution that supports clean, consistent, and high-performing data analysis.</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81AD06FC-B996-4DB5-8768-F80953027D3E}" type="slidenum">
              <a:t>1</a:t>
            </a:fld>
            <a:endParaRPr lang="en-US"/>
          </a:p>
        </p:txBody>
      </p:sp>
    </p:spTree>
    <p:extLst>
      <p:ext uri="{BB962C8B-B14F-4D97-AF65-F5344CB8AC3E}">
        <p14:creationId xmlns:p14="http://schemas.microsoft.com/office/powerpoint/2010/main" val="41131724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33DE7-F94B-2F91-2554-9C00471234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F2A2AF-DA96-E03B-707C-02BFB54A9B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2193E2-DC86-0DEE-10FA-78BCA6823760}"/>
              </a:ext>
            </a:extLst>
          </p:cNvPr>
          <p:cNvSpPr>
            <a:spLocks noGrp="1"/>
          </p:cNvSpPr>
          <p:nvPr>
            <p:ph type="body" idx="1"/>
          </p:nvPr>
        </p:nvSpPr>
        <p:spPr/>
        <p:txBody>
          <a:bodyPr/>
          <a:lstStyle/>
          <a:p>
            <a:r>
              <a:rPr lang="en-US" dirty="0"/>
              <a:t>We chose the </a:t>
            </a:r>
            <a:r>
              <a:rPr lang="en-US" b="1" dirty="0"/>
              <a:t>constellation schema</a:t>
            </a:r>
            <a:r>
              <a:rPr lang="en-US" dirty="0"/>
              <a:t> because it fits our project’s needs better than a star schema.</a:t>
            </a:r>
          </a:p>
          <a:p>
            <a:endParaRPr lang="en-US" dirty="0"/>
          </a:p>
          <a:p>
            <a:r>
              <a:rPr lang="en-US" dirty="0"/>
              <a:t>First, it </a:t>
            </a:r>
            <a:r>
              <a:rPr lang="en-US" b="1" dirty="0"/>
              <a:t>handles complex reporting</a:t>
            </a:r>
            <a:r>
              <a:rPr lang="en-US" dirty="0"/>
              <a:t>. Our reports require </a:t>
            </a:r>
            <a:r>
              <a:rPr lang="en-US" dirty="0" err="1"/>
              <a:t>analysing</a:t>
            </a:r>
            <a:r>
              <a:rPr lang="en-US" dirty="0"/>
              <a:t> data from multiple areas like profits, top employees, cities, and customers on a monthly basis. Using multiple fact tables makes this much easier.</a:t>
            </a:r>
          </a:p>
          <a:p>
            <a:endParaRPr lang="en-US" dirty="0"/>
          </a:p>
          <a:p>
            <a:r>
              <a:rPr lang="en-US" dirty="0"/>
              <a:t>Next, it uses </a:t>
            </a:r>
            <a:r>
              <a:rPr lang="en-US" b="1" dirty="0"/>
              <a:t>shared dimensions</a:t>
            </a:r>
            <a:r>
              <a:rPr lang="en-US" dirty="0"/>
              <a:t>, like customers and products, which are connected to both sales and payments. This reduces duplication – we only store each customer’s info once, even though it’s used in multiple places.</a:t>
            </a:r>
            <a:endParaRPr lang="en-US" dirty="0">
              <a:ea typeface="Calibri"/>
              <a:cs typeface="Calibri"/>
            </a:endParaRPr>
          </a:p>
          <a:p>
            <a:endParaRPr lang="en-US" dirty="0"/>
          </a:p>
          <a:p>
            <a:r>
              <a:rPr lang="en-US" dirty="0"/>
              <a:t>It also supports </a:t>
            </a:r>
            <a:r>
              <a:rPr lang="en-US" b="1" dirty="0"/>
              <a:t>advanced analysis</a:t>
            </a:r>
            <a:r>
              <a:rPr lang="en-US" dirty="0"/>
              <a:t>. For example, we can compare data across fact tables, like checking if employees who process high payments also generate high product sales.</a:t>
            </a:r>
            <a:endParaRPr lang="en-US" dirty="0">
              <a:ea typeface="Calibri"/>
              <a:cs typeface="Calibri"/>
            </a:endParaRPr>
          </a:p>
          <a:p>
            <a:endParaRPr lang="en-US" dirty="0"/>
          </a:p>
          <a:p>
            <a:r>
              <a:rPr lang="en-US" dirty="0"/>
              <a:t>It’s easier to maintain. If customer or product information changes, we only update it in one place, and that change is automatically reflected in all the reports and queries that use it.</a:t>
            </a:r>
            <a:endParaRPr lang="en-US" dirty="0">
              <a:ea typeface="Calibri"/>
              <a:cs typeface="Calibri"/>
            </a:endParaRPr>
          </a:p>
          <a:p>
            <a:endParaRPr lang="en-US" dirty="0"/>
          </a:p>
          <a:p>
            <a:r>
              <a:rPr lang="en-US" dirty="0"/>
              <a:t>So overall, the constellation schema gives us the flexibility, performance, and simplicity we need for a reliable data warehouse solution.</a:t>
            </a: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r>
              <a:rPr lang="en-US" dirty="0">
                <a:ea typeface="Calibri" panose="020F0502020204030204"/>
                <a:cs typeface="Calibri" panose="020F0502020204030204"/>
              </a:rPr>
              <a:t>________________________________________________________________________________________________________________________________________________</a:t>
            </a: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r>
              <a:rPr lang="en-US" b="1" dirty="0">
                <a:ea typeface="Calibri"/>
                <a:cs typeface="Calibri"/>
              </a:rPr>
              <a:t>Comparison to Star Schema:</a:t>
            </a:r>
          </a:p>
          <a:p>
            <a:r>
              <a:rPr lang="en-US" dirty="0"/>
              <a:t>We've compared the star schema with the constellation schema to explain why we chose the constellation design for our data warehouse.</a:t>
            </a:r>
            <a:endParaRPr lang="en-US" dirty="0">
              <a:ea typeface="Calibri"/>
              <a:cs typeface="Calibri"/>
            </a:endParaRPr>
          </a:p>
          <a:p>
            <a:endParaRPr lang="en-US" dirty="0"/>
          </a:p>
          <a:p>
            <a:r>
              <a:rPr lang="en-US" dirty="0"/>
              <a:t>The </a:t>
            </a:r>
            <a:r>
              <a:rPr lang="en-US" b="1" dirty="0"/>
              <a:t>star schema</a:t>
            </a:r>
            <a:r>
              <a:rPr lang="en-US" dirty="0"/>
              <a:t> uses just one central fact table and several dimension tables that are not shared. It’s a simpler design and works well for basic reporting. However, in our case, we have multiple types of data to </a:t>
            </a:r>
            <a:r>
              <a:rPr lang="en-US" dirty="0" err="1"/>
              <a:t>analyse</a:t>
            </a:r>
            <a:r>
              <a:rPr lang="en-US" dirty="0"/>
              <a:t>, like sales and payments, which come from different sources and need to be stored in separate fact tables.</a:t>
            </a:r>
          </a:p>
          <a:p>
            <a:r>
              <a:rPr lang="en-US" dirty="0"/>
              <a:t>That’s where the </a:t>
            </a:r>
            <a:r>
              <a:rPr lang="en-US" b="1" dirty="0"/>
              <a:t>constellation schema</a:t>
            </a:r>
            <a:r>
              <a:rPr lang="en-US" dirty="0"/>
              <a:t> becomes a better option. </a:t>
            </a:r>
          </a:p>
          <a:p>
            <a:endParaRPr lang="en-US" dirty="0"/>
          </a:p>
          <a:p>
            <a:pPr marL="171450" indent="-171450">
              <a:buFont typeface="Calibri"/>
              <a:buChar char="-"/>
            </a:pPr>
            <a:r>
              <a:rPr lang="en-US" dirty="0"/>
              <a:t>It allows us to have </a:t>
            </a:r>
            <a:r>
              <a:rPr lang="en-US" b="1" dirty="0"/>
              <a:t>multiple fact tables</a:t>
            </a:r>
            <a:r>
              <a:rPr lang="en-US" dirty="0"/>
              <a:t>, such as </a:t>
            </a:r>
            <a:r>
              <a:rPr lang="en-US" dirty="0" err="1"/>
              <a:t>factOrder</a:t>
            </a:r>
            <a:r>
              <a:rPr lang="en-US" dirty="0"/>
              <a:t> and </a:t>
            </a:r>
            <a:r>
              <a:rPr lang="en-US" dirty="0" err="1"/>
              <a:t>factPayment</a:t>
            </a:r>
            <a:r>
              <a:rPr lang="en-US" dirty="0"/>
              <a:t>, while still using </a:t>
            </a:r>
            <a:r>
              <a:rPr lang="en-US" b="1" dirty="0"/>
              <a:t>shared dimension tables</a:t>
            </a:r>
            <a:r>
              <a:rPr lang="en-US" dirty="0"/>
              <a:t> like customers, products, and employees. This makes it much more flexible and suitable for complex reporting.</a:t>
            </a:r>
            <a:endParaRPr lang="en-US">
              <a:ea typeface="Calibri" panose="020F0502020204030204"/>
              <a:cs typeface="Calibri" panose="020F0502020204030204"/>
            </a:endParaRPr>
          </a:p>
          <a:p>
            <a:endParaRPr lang="en-US" dirty="0"/>
          </a:p>
          <a:p>
            <a:pPr marL="171450" indent="-171450">
              <a:buFont typeface="Calibri"/>
              <a:buChar char="-"/>
            </a:pPr>
            <a:r>
              <a:rPr lang="en-US" dirty="0"/>
              <a:t>Also, the constellation schema reduces repetition. For example, customer info is stored once in the </a:t>
            </a:r>
            <a:r>
              <a:rPr lang="en-US" dirty="0" err="1"/>
              <a:t>dimCustomer</a:t>
            </a:r>
            <a:r>
              <a:rPr lang="en-US" dirty="0"/>
              <a:t> table, but it’s connected to both sales and payments data. This makes maintenance easier and keeps our data cleaner.</a:t>
            </a:r>
            <a:endParaRPr lang="en-US" dirty="0">
              <a:ea typeface="Calibri"/>
              <a:cs typeface="Calibri"/>
            </a:endParaRPr>
          </a:p>
          <a:p>
            <a:endParaRPr lang="en-US" dirty="0"/>
          </a:p>
          <a:p>
            <a:pPr marL="171450" indent="-171450">
              <a:buFont typeface="Calibri"/>
              <a:buChar char="-"/>
            </a:pPr>
            <a:r>
              <a:rPr lang="en-US" dirty="0"/>
              <a:t>So, for our project, the star schema wasn’t suitable because it couldn’t handle all the complexity we needed. The constellation schema is a much better fit because it supports advanced analysis and meets the needs of our business scenario.</a:t>
            </a:r>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i="1" dirty="0">
              <a:ea typeface="Calibri"/>
              <a:cs typeface="Calibri"/>
            </a:endParaRPr>
          </a:p>
          <a:p>
            <a:r>
              <a:rPr lang="en-US" i="1" dirty="0">
                <a:ea typeface="Calibri"/>
                <a:cs typeface="Calibri"/>
              </a:rPr>
              <a:t>Figure 1 was retrieved from our </a:t>
            </a:r>
            <a:r>
              <a:rPr lang="en-US" b="1" i="1" dirty="0">
                <a:ea typeface="Calibri"/>
                <a:cs typeface="Calibri"/>
              </a:rPr>
              <a:t>SSMS Project</a:t>
            </a:r>
            <a:endParaRPr lang="en-US" b="1" dirty="0"/>
          </a:p>
        </p:txBody>
      </p:sp>
      <p:sp>
        <p:nvSpPr>
          <p:cNvPr id="4" name="Slide Number Placeholder 3">
            <a:extLst>
              <a:ext uri="{FF2B5EF4-FFF2-40B4-BE49-F238E27FC236}">
                <a16:creationId xmlns:a16="http://schemas.microsoft.com/office/drawing/2014/main" id="{BAEAC02F-929D-B9EC-9499-72075C9E697F}"/>
              </a:ext>
            </a:extLst>
          </p:cNvPr>
          <p:cNvSpPr>
            <a:spLocks noGrp="1"/>
          </p:cNvSpPr>
          <p:nvPr>
            <p:ph type="sldNum" sz="quarter" idx="5"/>
          </p:nvPr>
        </p:nvSpPr>
        <p:spPr/>
        <p:txBody>
          <a:bodyPr/>
          <a:lstStyle/>
          <a:p>
            <a:fld id="{81AD06FC-B996-4DB5-8768-F80953027D3E}" type="slidenum">
              <a:t>4</a:t>
            </a:fld>
            <a:endParaRPr lang="en-US"/>
          </a:p>
        </p:txBody>
      </p:sp>
    </p:spTree>
    <p:extLst>
      <p:ext uri="{BB962C8B-B14F-4D97-AF65-F5344CB8AC3E}">
        <p14:creationId xmlns:p14="http://schemas.microsoft.com/office/powerpoint/2010/main" val="874995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a:t>
            </a:r>
            <a:r>
              <a:rPr lang="en-US" b="1" dirty="0"/>
              <a:t>imported the source data</a:t>
            </a:r>
            <a:r>
              <a:rPr lang="en-US" dirty="0"/>
              <a:t> into a database called </a:t>
            </a:r>
            <a:r>
              <a:rPr lang="en-US" dirty="0" err="1"/>
              <a:t>sales_AU_NZ</a:t>
            </a:r>
            <a:r>
              <a:rPr lang="en-US" dirty="0"/>
              <a:t>. </a:t>
            </a:r>
          </a:p>
          <a:p>
            <a:r>
              <a:rPr lang="en-US" dirty="0"/>
              <a:t>Then, we created our </a:t>
            </a:r>
            <a:r>
              <a:rPr lang="en-US" b="1" dirty="0"/>
              <a:t>data warehouse</a:t>
            </a:r>
            <a:r>
              <a:rPr lang="en-US" dirty="0"/>
              <a:t> and named it </a:t>
            </a:r>
            <a:r>
              <a:rPr lang="en-US" dirty="0" err="1"/>
              <a:t>DW_sales_AU_NZ</a:t>
            </a:r>
            <a:r>
              <a:rPr lang="en-US" dirty="0"/>
              <a:t>.</a:t>
            </a:r>
            <a:endParaRPr lang="en-US" dirty="0">
              <a:ea typeface="Calibri"/>
              <a:cs typeface="Calibri"/>
            </a:endParaRPr>
          </a:p>
          <a:p>
            <a:endParaRPr lang="en-US" dirty="0"/>
          </a:p>
          <a:p>
            <a:r>
              <a:rPr lang="en-US" dirty="0"/>
              <a:t>Inside the data warehouse, we created a </a:t>
            </a:r>
            <a:r>
              <a:rPr lang="en-US" b="1" dirty="0" err="1"/>
              <a:t>DQLog</a:t>
            </a:r>
            <a:r>
              <a:rPr lang="en-US" b="1" dirty="0"/>
              <a:t> table</a:t>
            </a:r>
            <a:r>
              <a:rPr lang="en-US" dirty="0"/>
              <a:t> to track any data quality issues based on the rules we defined earlier.</a:t>
            </a:r>
            <a:endParaRPr lang="en-US" dirty="0">
              <a:ea typeface="Calibri"/>
              <a:cs typeface="Calibri"/>
            </a:endParaRPr>
          </a:p>
          <a:p>
            <a:endParaRPr lang="en-US" dirty="0"/>
          </a:p>
          <a:p>
            <a:r>
              <a:rPr lang="en-US" dirty="0"/>
              <a:t>Next, we set up our </a:t>
            </a:r>
            <a:r>
              <a:rPr lang="en-US" b="1" dirty="0"/>
              <a:t>dimension tables</a:t>
            </a:r>
            <a:r>
              <a:rPr lang="en-US" dirty="0"/>
              <a:t> based on the reporting requirements:</a:t>
            </a:r>
            <a:endParaRPr lang="en-US" dirty="0">
              <a:ea typeface="Calibri"/>
              <a:cs typeface="Calibri"/>
            </a:endParaRPr>
          </a:p>
          <a:p>
            <a:pPr marL="171450" indent="-171450">
              <a:buFont typeface="Arial"/>
              <a:buChar char="•"/>
            </a:pPr>
            <a:r>
              <a:rPr lang="en-US" dirty="0" err="1"/>
              <a:t>dimCustomer</a:t>
            </a:r>
            <a:r>
              <a:rPr lang="en-US" dirty="0"/>
              <a:t> is used for customer-based reports.</a:t>
            </a:r>
            <a:endParaRPr lang="en-US" dirty="0">
              <a:ea typeface="Calibri"/>
              <a:cs typeface="Calibri"/>
            </a:endParaRPr>
          </a:p>
          <a:p>
            <a:pPr marL="171450" indent="-171450">
              <a:buFont typeface="Arial"/>
              <a:buChar char="•"/>
            </a:pPr>
            <a:r>
              <a:rPr lang="en-US" dirty="0" err="1"/>
              <a:t>dimEmployee</a:t>
            </a:r>
            <a:r>
              <a:rPr lang="en-US" dirty="0"/>
              <a:t> helps us </a:t>
            </a:r>
            <a:r>
              <a:rPr lang="en-US" dirty="0" err="1"/>
              <a:t>analyse</a:t>
            </a:r>
            <a:r>
              <a:rPr lang="en-US" dirty="0"/>
              <a:t> employee performance.</a:t>
            </a:r>
          </a:p>
          <a:p>
            <a:pPr marL="171450" indent="-171450">
              <a:buFont typeface="Arial"/>
              <a:buChar char="•"/>
            </a:pPr>
            <a:r>
              <a:rPr lang="en-US" dirty="0" err="1"/>
              <a:t>dimProduct</a:t>
            </a:r>
            <a:r>
              <a:rPr lang="en-US" dirty="0"/>
              <a:t> allows us to calculate profit and sales by product and category.</a:t>
            </a:r>
            <a:endParaRPr lang="en-US" dirty="0">
              <a:ea typeface="Calibri"/>
              <a:cs typeface="Calibri"/>
            </a:endParaRPr>
          </a:p>
          <a:p>
            <a:pPr marL="171450" indent="-171450">
              <a:buFont typeface="Arial"/>
              <a:buChar char="•"/>
            </a:pPr>
            <a:r>
              <a:rPr lang="en-US" dirty="0"/>
              <a:t>And </a:t>
            </a:r>
            <a:r>
              <a:rPr lang="en-US" dirty="0" err="1"/>
              <a:t>dimTime</a:t>
            </a:r>
            <a:r>
              <a:rPr lang="en-US" dirty="0"/>
              <a:t> is always included so we can generate time-based reports like monthly or yearly summaries.</a:t>
            </a:r>
            <a:endParaRPr lang="en-US" dirty="0">
              <a:ea typeface="Calibri"/>
              <a:cs typeface="Calibri"/>
            </a:endParaRPr>
          </a:p>
          <a:p>
            <a:endParaRPr lang="en-US" dirty="0"/>
          </a:p>
          <a:p>
            <a:r>
              <a:rPr lang="en-US" dirty="0"/>
              <a:t>After the dimension tables, we created two </a:t>
            </a:r>
            <a:r>
              <a:rPr lang="en-US" b="1" dirty="0"/>
              <a:t>fact tables</a:t>
            </a:r>
            <a:r>
              <a:rPr lang="en-US" dirty="0"/>
              <a:t>:</a:t>
            </a:r>
            <a:endParaRPr lang="en-US" dirty="0">
              <a:ea typeface="Calibri"/>
              <a:cs typeface="Calibri"/>
            </a:endParaRPr>
          </a:p>
          <a:p>
            <a:pPr marL="171450" indent="-171450">
              <a:buFont typeface="Arial"/>
              <a:buChar char="•"/>
            </a:pPr>
            <a:r>
              <a:rPr lang="en-US" dirty="0" err="1"/>
              <a:t>factOrder</a:t>
            </a:r>
            <a:r>
              <a:rPr lang="en-US" dirty="0"/>
              <a:t>, which uses a </a:t>
            </a:r>
            <a:r>
              <a:rPr lang="en-US" b="1" dirty="0"/>
              <a:t>composite key of </a:t>
            </a:r>
            <a:r>
              <a:rPr lang="en-US" b="1" dirty="0" err="1"/>
              <a:t>orderNumber</a:t>
            </a:r>
            <a:r>
              <a:rPr lang="en-US" b="1" dirty="0"/>
              <a:t> and </a:t>
            </a:r>
            <a:r>
              <a:rPr lang="en-US" b="1" dirty="0" err="1"/>
              <a:t>productKey</a:t>
            </a:r>
            <a:r>
              <a:rPr lang="en-US" dirty="0"/>
              <a:t> to track each product sold in each order.</a:t>
            </a:r>
            <a:endParaRPr lang="en-US" dirty="0">
              <a:ea typeface="Calibri"/>
              <a:cs typeface="Calibri"/>
            </a:endParaRPr>
          </a:p>
          <a:p>
            <a:pPr marL="171450" indent="-171450">
              <a:buFont typeface="Arial"/>
              <a:buChar char="•"/>
            </a:pPr>
            <a:r>
              <a:rPr lang="en-US" dirty="0" err="1"/>
              <a:t>factPayment</a:t>
            </a:r>
            <a:r>
              <a:rPr lang="en-US" dirty="0"/>
              <a:t>, which uses a </a:t>
            </a:r>
            <a:r>
              <a:rPr lang="en-US" b="1" dirty="0"/>
              <a:t>composite key of </a:t>
            </a:r>
            <a:r>
              <a:rPr lang="en-US" b="1" dirty="0" err="1"/>
              <a:t>customerKey</a:t>
            </a:r>
            <a:r>
              <a:rPr lang="en-US" b="1" dirty="0"/>
              <a:t>, </a:t>
            </a:r>
            <a:r>
              <a:rPr lang="en-US" b="1" dirty="0" err="1"/>
              <a:t>paymentDateKey</a:t>
            </a:r>
            <a:r>
              <a:rPr lang="en-US" b="1" dirty="0"/>
              <a:t>, and </a:t>
            </a:r>
            <a:r>
              <a:rPr lang="en-US" b="1" dirty="0" err="1"/>
              <a:t>employeeKey</a:t>
            </a:r>
            <a:r>
              <a:rPr lang="en-US" dirty="0"/>
              <a:t> to uniquely track each payment transaction.</a:t>
            </a:r>
            <a:endParaRPr lang="en-US" dirty="0">
              <a:ea typeface="Calibri"/>
              <a:cs typeface="Calibri"/>
            </a:endParaRPr>
          </a:p>
          <a:p>
            <a:endParaRPr lang="en-US" dirty="0"/>
          </a:p>
          <a:p>
            <a:r>
              <a:rPr lang="en-US" dirty="0"/>
              <a:t>This structure supports all our business analysis and reporting needs efficiently.</a:t>
            </a:r>
            <a:endParaRPr lang="en-US" dirty="0">
              <a:ea typeface="Calibri"/>
              <a:cs typeface="Calibri"/>
            </a:endParaRPr>
          </a:p>
          <a:p>
            <a:endParaRPr lang="en-US" dirty="0">
              <a:ea typeface="Calibri"/>
              <a:cs typeface="Calibri"/>
            </a:endParaRPr>
          </a:p>
          <a:p>
            <a:endParaRPr lang="en-US" dirty="0">
              <a:ea typeface="Calibri"/>
              <a:cs typeface="Calibri"/>
            </a:endParaRPr>
          </a:p>
          <a:p>
            <a:r>
              <a:rPr lang="en-US" b="1" i="1" dirty="0">
                <a:ea typeface="Calibri"/>
                <a:cs typeface="Calibri"/>
              </a:rPr>
              <a:t>Figure 2 retrieved from:</a:t>
            </a:r>
            <a:r>
              <a:rPr lang="en-US" dirty="0">
                <a:ea typeface="Calibri"/>
                <a:cs typeface="Calibri"/>
              </a:rPr>
              <a:t> </a:t>
            </a:r>
            <a:r>
              <a:rPr lang="en-US" dirty="0">
                <a:hlinkClick r:id="rId3"/>
              </a:rPr>
              <a:t>https://www.matillion.com/blog/top-10-tips-for-creating-dimension-tables-using-matillion</a:t>
            </a:r>
            <a:r>
              <a:rPr lang="en-US" dirty="0"/>
              <a:t>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81AD06FC-B996-4DB5-8768-F80953027D3E}" type="slidenum">
              <a:rPr lang="en-US"/>
              <a:t>6</a:t>
            </a:fld>
            <a:endParaRPr lang="en-US"/>
          </a:p>
        </p:txBody>
      </p:sp>
    </p:spTree>
    <p:extLst>
      <p:ext uri="{BB962C8B-B14F-4D97-AF65-F5344CB8AC3E}">
        <p14:creationId xmlns:p14="http://schemas.microsoft.com/office/powerpoint/2010/main" val="2585838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2E3E7-2403-3639-9C00-EDED4A9342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B928EE-B4CB-D75F-8E7C-9BFB6B510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54A01E-45D1-C659-3991-5587047C25A2}"/>
              </a:ext>
            </a:extLst>
          </p:cNvPr>
          <p:cNvSpPr>
            <a:spLocks noGrp="1"/>
          </p:cNvSpPr>
          <p:nvPr>
            <p:ph type="body" idx="1"/>
          </p:nvPr>
        </p:nvSpPr>
        <p:spPr/>
        <p:txBody>
          <a:bodyPr/>
          <a:lstStyle/>
          <a:p>
            <a:r>
              <a:rPr lang="en-US"/>
              <a:t>To populate our data warehouse, we followed a structured merge process using the DQ Log to ensure high data quality.</a:t>
            </a:r>
          </a:p>
          <a:p>
            <a:endParaRPr lang="en-US" dirty="0"/>
          </a:p>
          <a:p>
            <a:r>
              <a:rPr lang="en-US"/>
              <a:t>First, we used SQL rules to check all the source data and log any bad records into a DQLog table. Each record was tracked using %%physloc%%, which lets us find the exact row that failed.</a:t>
            </a:r>
          </a:p>
          <a:p>
            <a:endParaRPr lang="en-US" dirty="0"/>
          </a:p>
          <a:p>
            <a:r>
              <a:rPr lang="en-US" dirty="0"/>
              <a:t>Then, we used MERGE statements to bring clean data from sales_AU_NZ into DW_sales_AU_NZ. In the first merge, we only imported records </a:t>
            </a:r>
            <a:r>
              <a:rPr lang="en-US" b="1" dirty="0"/>
              <a:t>not in the DQ log</a:t>
            </a:r>
            <a:r>
              <a:rPr lang="en-US"/>
              <a:t> with action 'reject' these are already clean.</a:t>
            </a:r>
          </a:p>
          <a:p>
            <a:endParaRPr lang="en-US" dirty="0"/>
          </a:p>
          <a:p>
            <a:r>
              <a:rPr lang="en-US"/>
              <a:t>After that, we ran a second merge for records that were </a:t>
            </a:r>
            <a:r>
              <a:rPr lang="en-US" b="1"/>
              <a:t>flagged to fix</a:t>
            </a:r>
            <a:r>
              <a:rPr lang="en-US"/>
              <a:t>, such as changing country names to standard codes like 'AU' or 'NZ', or adjusting negative values like buyPrice.</a:t>
            </a:r>
          </a:p>
          <a:p>
            <a:endParaRPr lang="en-US" dirty="0"/>
          </a:p>
          <a:p>
            <a:r>
              <a:rPr lang="en-US"/>
              <a:t>This two-step approach was applied across all dimension and fact tables, including dimCustomer, dimEmployee, dimProduct, factOrder, and factPayment.</a:t>
            </a:r>
          </a:p>
          <a:p>
            <a:endParaRPr lang="en-US" dirty="0"/>
          </a:p>
          <a:p>
            <a:r>
              <a:rPr lang="en-US"/>
              <a:t>By doing it this way, we filtered out bad data, fixed what we could, and ensured that only accurate, clean records were stored in our OLAP database.</a:t>
            </a:r>
          </a:p>
          <a:p>
            <a:endParaRPr lang="en-US" dirty="0">
              <a:ea typeface="Calibri"/>
              <a:cs typeface="Calibri"/>
            </a:endParaRPr>
          </a:p>
          <a:p>
            <a:endParaRPr lang="en-US" dirty="0">
              <a:ea typeface="Calibri"/>
              <a:cs typeface="Calibri"/>
            </a:endParaRPr>
          </a:p>
          <a:p>
            <a:endParaRPr lang="en-US" dirty="0">
              <a:ea typeface="Calibri"/>
              <a:cs typeface="Calibri"/>
            </a:endParaRPr>
          </a:p>
          <a:p>
            <a:r>
              <a:rPr lang="en-US" b="1" i="1">
                <a:ea typeface="Calibri"/>
                <a:cs typeface="Calibri"/>
              </a:rPr>
              <a:t>Figure 3 was retrieved from: </a:t>
            </a:r>
            <a:r>
              <a:rPr lang="en-US" i="1" dirty="0">
                <a:ea typeface="Calibri"/>
                <a:cs typeface="Calibri"/>
              </a:rPr>
              <a:t> </a:t>
            </a:r>
            <a:r>
              <a:rPr lang="en-US" dirty="0">
                <a:hlinkClick r:id="rId3"/>
              </a:rPr>
              <a:t>https://www.upgrad.com/blog/methods-of-data-transformation-in-data-mining/</a:t>
            </a:r>
            <a:r>
              <a:rPr lang="en-US" dirty="0"/>
              <a:t> </a:t>
            </a:r>
            <a:endParaRPr lang="en-US" b="1" i="1" dirty="0">
              <a:ea typeface="Calibri"/>
              <a:cs typeface="Calibri"/>
            </a:endParaRPr>
          </a:p>
        </p:txBody>
      </p:sp>
      <p:sp>
        <p:nvSpPr>
          <p:cNvPr id="4" name="Slide Number Placeholder 3">
            <a:extLst>
              <a:ext uri="{FF2B5EF4-FFF2-40B4-BE49-F238E27FC236}">
                <a16:creationId xmlns:a16="http://schemas.microsoft.com/office/drawing/2014/main" id="{EDDA9597-DD4B-4140-F23D-36B3D26335D1}"/>
              </a:ext>
            </a:extLst>
          </p:cNvPr>
          <p:cNvSpPr>
            <a:spLocks noGrp="1"/>
          </p:cNvSpPr>
          <p:nvPr>
            <p:ph type="sldNum" sz="quarter" idx="5"/>
          </p:nvPr>
        </p:nvSpPr>
        <p:spPr/>
        <p:txBody>
          <a:bodyPr/>
          <a:lstStyle/>
          <a:p>
            <a:fld id="{81AD06FC-B996-4DB5-8768-F80953027D3E}" type="slidenum">
              <a:t>7</a:t>
            </a:fld>
            <a:endParaRPr lang="en-US"/>
          </a:p>
        </p:txBody>
      </p:sp>
    </p:spTree>
    <p:extLst>
      <p:ext uri="{BB962C8B-B14F-4D97-AF65-F5344CB8AC3E}">
        <p14:creationId xmlns:p14="http://schemas.microsoft.com/office/powerpoint/2010/main" val="2957630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9D61E-C445-1200-EA06-140B763E9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43E76-2226-9239-9E79-173969E37F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3216ED-CE34-64AA-93C4-086FC3DB07D0}"/>
              </a:ext>
            </a:extLst>
          </p:cNvPr>
          <p:cNvSpPr>
            <a:spLocks noGrp="1"/>
          </p:cNvSpPr>
          <p:nvPr>
            <p:ph type="body" idx="1"/>
          </p:nvPr>
        </p:nvSpPr>
        <p:spPr/>
        <p:txBody>
          <a:bodyPr/>
          <a:lstStyle/>
          <a:p>
            <a:r>
              <a:rPr lang="en-US" dirty="0"/>
              <a:t>We’re showing the first five data quality rules that we’ve applied as part of the data validation process.</a:t>
            </a:r>
          </a:p>
          <a:p>
            <a:endParaRPr lang="en-US" b="1" dirty="0"/>
          </a:p>
          <a:p>
            <a:r>
              <a:rPr lang="en-US" b="1" dirty="0"/>
              <a:t>Rule 1 to 3</a:t>
            </a:r>
            <a:r>
              <a:rPr lang="en-US" dirty="0"/>
              <a:t> are about making sure the numeric fields like </a:t>
            </a:r>
            <a:r>
              <a:rPr lang="en-US" dirty="0" err="1"/>
              <a:t>buyPrice</a:t>
            </a:r>
            <a:r>
              <a:rPr lang="en-US" dirty="0"/>
              <a:t>, </a:t>
            </a:r>
            <a:r>
              <a:rPr lang="en-US" dirty="0" err="1"/>
              <a:t>priceEach</a:t>
            </a:r>
            <a:r>
              <a:rPr lang="en-US" dirty="0"/>
              <a:t>, and </a:t>
            </a:r>
            <a:r>
              <a:rPr lang="en-US" dirty="0" err="1"/>
              <a:t>quantityOrdered</a:t>
            </a:r>
            <a:r>
              <a:rPr lang="en-US" dirty="0"/>
              <a:t> have valid values. So if any of these are missing, zero, or even negative, they either get fixed or rejected depending on the case. This helps prevent invalid transactions from entering the system.</a:t>
            </a:r>
          </a:p>
          <a:p>
            <a:endParaRPr lang="en-US" b="1" dirty="0"/>
          </a:p>
          <a:p>
            <a:r>
              <a:rPr lang="en-US" b="1" dirty="0"/>
              <a:t>Rule 4</a:t>
            </a:r>
            <a:r>
              <a:rPr lang="en-US" dirty="0"/>
              <a:t> makes sure that the MSRP – which is the Manufacturer’s Suggested Retail Price – is never lower than the </a:t>
            </a:r>
            <a:r>
              <a:rPr lang="en-US" dirty="0" err="1"/>
              <a:t>buyPrice</a:t>
            </a:r>
            <a:r>
              <a:rPr lang="en-US" dirty="0"/>
              <a:t>, because selling below cost could result in a loss.</a:t>
            </a:r>
          </a:p>
          <a:p>
            <a:endParaRPr lang="en-US" b="1" dirty="0"/>
          </a:p>
          <a:p>
            <a:r>
              <a:rPr lang="en-US" b="1" dirty="0"/>
              <a:t>Rule 5</a:t>
            </a:r>
            <a:r>
              <a:rPr lang="en-US" dirty="0"/>
              <a:t> makes sure that </a:t>
            </a:r>
            <a:r>
              <a:rPr lang="en-US" dirty="0" err="1"/>
              <a:t>quantityInStock</a:t>
            </a:r>
            <a:r>
              <a:rPr lang="en-US" dirty="0"/>
              <a:t> values are valid – we reject any entries where stock is missing or negative. This prevents inventory-related errors in the system.</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5160BEDB-C112-384B-7FF1-F4DDE95AD1EB}"/>
              </a:ext>
            </a:extLst>
          </p:cNvPr>
          <p:cNvSpPr>
            <a:spLocks noGrp="1"/>
          </p:cNvSpPr>
          <p:nvPr>
            <p:ph type="sldNum" sz="quarter" idx="5"/>
          </p:nvPr>
        </p:nvSpPr>
        <p:spPr/>
        <p:txBody>
          <a:bodyPr/>
          <a:lstStyle/>
          <a:p>
            <a:fld id="{81AD06FC-B996-4DB5-8768-F80953027D3E}" type="slidenum">
              <a:rPr lang="en-US"/>
              <a:t>8</a:t>
            </a:fld>
            <a:endParaRPr lang="en-US"/>
          </a:p>
        </p:txBody>
      </p:sp>
    </p:spTree>
    <p:extLst>
      <p:ext uri="{BB962C8B-B14F-4D97-AF65-F5344CB8AC3E}">
        <p14:creationId xmlns:p14="http://schemas.microsoft.com/office/powerpoint/2010/main" val="2288949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FEC41-C7CC-08C6-B6DC-56AD5805CA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1F7435-D87E-99D2-0D9E-38FA060312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167EB7-877E-4784-6978-A52CCF669E97}"/>
              </a:ext>
            </a:extLst>
          </p:cNvPr>
          <p:cNvSpPr>
            <a:spLocks noGrp="1"/>
          </p:cNvSpPr>
          <p:nvPr>
            <p:ph type="body" idx="1"/>
          </p:nvPr>
        </p:nvSpPr>
        <p:spPr/>
        <p:txBody>
          <a:bodyPr/>
          <a:lstStyle/>
          <a:p>
            <a:r>
              <a:rPr lang="en-US" dirty="0"/>
              <a:t>Here we have the remaining five validation rules.</a:t>
            </a:r>
          </a:p>
          <a:p>
            <a:endParaRPr lang="en-US" b="1" dirty="0"/>
          </a:p>
          <a:p>
            <a:r>
              <a:rPr lang="en-US" b="1" dirty="0"/>
              <a:t>Rule 6</a:t>
            </a:r>
            <a:r>
              <a:rPr lang="en-US" dirty="0"/>
              <a:t> checks that all </a:t>
            </a:r>
            <a:r>
              <a:rPr lang="en-US" dirty="0" err="1"/>
              <a:t>productCodes</a:t>
            </a:r>
            <a:r>
              <a:rPr lang="en-US" dirty="0"/>
              <a:t> in the Order Details actually exist. If a product code is missing or invalid, we reject that entry, since it can’t be linked to the product catalog.</a:t>
            </a:r>
          </a:p>
          <a:p>
            <a:endParaRPr lang="en-US" b="1" dirty="0"/>
          </a:p>
          <a:p>
            <a:r>
              <a:rPr lang="en-US" b="1" dirty="0"/>
              <a:t>Rule 7</a:t>
            </a:r>
            <a:r>
              <a:rPr lang="en-US" dirty="0"/>
              <a:t> checks that customer records are complete. If the </a:t>
            </a:r>
            <a:r>
              <a:rPr lang="en-US" dirty="0" err="1"/>
              <a:t>customerNumber</a:t>
            </a:r>
            <a:r>
              <a:rPr lang="en-US" dirty="0"/>
              <a:t> is missing or doesn’t exist and at the same time, if address details like addressLine1, addressLine2, or city are missing  then the record is rejected. This helps avoid issues in customer communication and delivery.</a:t>
            </a:r>
            <a:endParaRPr lang="en-US" dirty="0">
              <a:ea typeface="Calibri"/>
              <a:cs typeface="Calibri"/>
            </a:endParaRPr>
          </a:p>
          <a:p>
            <a:endParaRPr lang="en-US" b="1" dirty="0"/>
          </a:p>
          <a:p>
            <a:r>
              <a:rPr lang="en-US" b="1" dirty="0"/>
              <a:t>Rule 8</a:t>
            </a:r>
            <a:r>
              <a:rPr lang="en-US" dirty="0"/>
              <a:t> focuses on order dates. If the order date is later than the required date or shipped date, that’s flagged as invalid. And if the required or shipped dates are missing, we apply a fix – for example, setting the required date to 7 days after the order date.</a:t>
            </a:r>
          </a:p>
          <a:p>
            <a:endParaRPr lang="en-US" b="1" dirty="0"/>
          </a:p>
          <a:p>
            <a:r>
              <a:rPr lang="en-US" b="1" dirty="0"/>
              <a:t>Rule 9</a:t>
            </a:r>
            <a:r>
              <a:rPr lang="en-US" dirty="0"/>
              <a:t> ensures that all payments have a valid amount – they can’t be missing or negative.</a:t>
            </a:r>
          </a:p>
          <a:p>
            <a:endParaRPr lang="en-US" dirty="0"/>
          </a:p>
          <a:p>
            <a:r>
              <a:rPr lang="en-US" b="1" dirty="0"/>
              <a:t>Rule 10</a:t>
            </a:r>
            <a:r>
              <a:rPr lang="en-US" dirty="0"/>
              <a:t> is about </a:t>
            </a:r>
            <a:r>
              <a:rPr lang="en-US" dirty="0" err="1"/>
              <a:t>standardising</a:t>
            </a:r>
            <a:r>
              <a:rPr lang="en-US" dirty="0"/>
              <a:t> country names. We’ve cleaned up inconsistencies in the data, for example converting “US”, “United States” or even “UNITED STATES” into one standard format, which is ‘USA’. This helps keep reporting consistent, especially when filtering by region.</a:t>
            </a:r>
          </a:p>
          <a:p>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3CBFD8AF-0122-DDA0-CFBF-BB8F634BD685}"/>
              </a:ext>
            </a:extLst>
          </p:cNvPr>
          <p:cNvSpPr>
            <a:spLocks noGrp="1"/>
          </p:cNvSpPr>
          <p:nvPr>
            <p:ph type="sldNum" sz="quarter" idx="5"/>
          </p:nvPr>
        </p:nvSpPr>
        <p:spPr/>
        <p:txBody>
          <a:bodyPr/>
          <a:lstStyle/>
          <a:p>
            <a:fld id="{81AD06FC-B996-4DB5-8768-F80953027D3E}" type="slidenum">
              <a:rPr lang="en-US"/>
              <a:t>9</a:t>
            </a:fld>
            <a:endParaRPr lang="en-US"/>
          </a:p>
        </p:txBody>
      </p:sp>
    </p:spTree>
    <p:extLst>
      <p:ext uri="{BB962C8B-B14F-4D97-AF65-F5344CB8AC3E}">
        <p14:creationId xmlns:p14="http://schemas.microsoft.com/office/powerpoint/2010/main" val="32776748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a:p>
            <a:r>
              <a:rPr lang="en-US" dirty="0"/>
              <a:t>To wrap it up, during the </a:t>
            </a:r>
            <a:r>
              <a:rPr lang="en-US" b="1" dirty="0"/>
              <a:t>Transform</a:t>
            </a:r>
            <a:r>
              <a:rPr lang="en-US" dirty="0"/>
              <a:t> stage of the ETL process, we applied </a:t>
            </a:r>
            <a:r>
              <a:rPr lang="en-US" b="1" dirty="0"/>
              <a:t>10 key validation rules</a:t>
            </a:r>
            <a:r>
              <a:rPr lang="en-US" dirty="0"/>
              <a:t> to ensure the data going into the system was accurate, consistent, and complete.</a:t>
            </a:r>
            <a:endParaRPr lang="en-US" dirty="0">
              <a:ea typeface="Calibri"/>
              <a:cs typeface="Calibri"/>
            </a:endParaRPr>
          </a:p>
          <a:p>
            <a:endParaRPr lang="en-US" dirty="0"/>
          </a:p>
          <a:p>
            <a:r>
              <a:rPr lang="en-US" dirty="0"/>
              <a:t>We checked values like prices, quantities, dates, country formats, and even customer and product references. When possible, we fixed the issues - for example, converting negative numbers to positive, or setting default dates. If a record couldn’t be corrected, we rejected it to prevent bad data from entering the warehouse.</a:t>
            </a:r>
            <a:endParaRPr lang="en-US" dirty="0">
              <a:ea typeface="Calibri"/>
              <a:cs typeface="Calibri"/>
            </a:endParaRPr>
          </a:p>
          <a:p>
            <a:endParaRPr lang="en-US" dirty="0"/>
          </a:p>
          <a:p>
            <a:r>
              <a:rPr lang="en-US" dirty="0"/>
              <a:t>This step is crucial in ETL because it protects the quality of the final data. As a result, the business now has </a:t>
            </a:r>
            <a:r>
              <a:rPr lang="en-US" b="1" dirty="0"/>
              <a:t>cleaner, more reliable data</a:t>
            </a:r>
            <a:r>
              <a:rPr lang="en-US" dirty="0"/>
              <a:t> for decision-making, reporting, and analysis</a:t>
            </a:r>
          </a:p>
          <a:p>
            <a:endParaRPr lang="en-US" dirty="0">
              <a:ea typeface="Calibri"/>
              <a:cs typeface="Calibri"/>
            </a:endParaRPr>
          </a:p>
          <a:p>
            <a:endParaRPr lang="en-US" dirty="0">
              <a:ea typeface="Calibri"/>
              <a:cs typeface="Calibri"/>
            </a:endParaRPr>
          </a:p>
          <a:p>
            <a:endParaRPr lang="en-US" dirty="0">
              <a:cs typeface="Calibri"/>
            </a:endParaRPr>
          </a:p>
          <a:p>
            <a:r>
              <a:rPr lang="en-US" b="1" i="1" dirty="0">
                <a:cs typeface="Calibri"/>
              </a:rPr>
              <a:t>Figure 4 retrieved from:</a:t>
            </a:r>
            <a:r>
              <a:rPr lang="en-US" dirty="0">
                <a:cs typeface="Calibri"/>
              </a:rPr>
              <a:t> </a:t>
            </a:r>
            <a:r>
              <a:rPr lang="en-US" dirty="0">
                <a:hlinkClick r:id="rId3"/>
              </a:rPr>
              <a:t>https://reqtest.com/en/knowledgebase/etl-testing-or-data-warehouse-testing/</a:t>
            </a:r>
            <a:r>
              <a:rPr lang="en-US" dirty="0"/>
              <a:t>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81AD06FC-B996-4DB5-8768-F80953027D3E}" type="slidenum">
              <a:rPr lang="en-US"/>
              <a:t>10</a:t>
            </a:fld>
            <a:endParaRPr lang="en-US"/>
          </a:p>
        </p:txBody>
      </p:sp>
    </p:spTree>
    <p:extLst>
      <p:ext uri="{BB962C8B-B14F-4D97-AF65-F5344CB8AC3E}">
        <p14:creationId xmlns:p14="http://schemas.microsoft.com/office/powerpoint/2010/main" val="26979177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2188B-1223-0CF9-8BA7-352DEF3AF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8CCF4-AA42-9C67-A258-212806885C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AAE5A-024F-D5E8-E179-1231201D17C1}"/>
              </a:ext>
            </a:extLst>
          </p:cNvPr>
          <p:cNvSpPr>
            <a:spLocks noGrp="1"/>
          </p:cNvSpPr>
          <p:nvPr>
            <p:ph type="body" idx="1"/>
          </p:nvPr>
        </p:nvSpPr>
        <p:spPr/>
        <p:txBody>
          <a:bodyPr/>
          <a:lstStyle/>
          <a:p>
            <a:r>
              <a:rPr lang="en-US" dirty="0"/>
              <a:t>The case study is based on a fictional company called </a:t>
            </a:r>
            <a:r>
              <a:rPr lang="en-US" b="1" dirty="0"/>
              <a:t>Models Sales Company</a:t>
            </a:r>
            <a:r>
              <a:rPr lang="en-US" dirty="0"/>
              <a:t>, which currently uses an OLTP system in MS SQL Server to store transactional data for their customers, products, and sales.</a:t>
            </a:r>
          </a:p>
          <a:p>
            <a:endParaRPr lang="en-US" dirty="0"/>
          </a:p>
          <a:p>
            <a:r>
              <a:rPr lang="en-US" dirty="0"/>
              <a:t>In the scenario, the Sales Department Manager wants to move from basic storage to </a:t>
            </a:r>
            <a:r>
              <a:rPr lang="en-US" dirty="0" err="1"/>
              <a:t>centralised</a:t>
            </a:r>
            <a:r>
              <a:rPr lang="en-US" dirty="0"/>
              <a:t>, analysis-ready data access. The goal is to support better decision-making through detailed reporting and analysis.</a:t>
            </a:r>
            <a:endParaRPr lang="en-US" dirty="0">
              <a:ea typeface="Calibri"/>
              <a:cs typeface="Calibri"/>
            </a:endParaRPr>
          </a:p>
          <a:p>
            <a:endParaRPr lang="en-US" dirty="0"/>
          </a:p>
          <a:p>
            <a:r>
              <a:rPr lang="en-US" dirty="0"/>
              <a:t>As a group, we were tasked with designing and implementing a </a:t>
            </a:r>
            <a:r>
              <a:rPr lang="en-US" b="1" dirty="0"/>
              <a:t>complete data warehouse solution</a:t>
            </a:r>
            <a:r>
              <a:rPr lang="en-US" dirty="0"/>
              <a:t>. This included designing a </a:t>
            </a:r>
            <a:r>
              <a:rPr lang="en-US" b="1" dirty="0"/>
              <a:t>Star Schema</a:t>
            </a:r>
            <a:r>
              <a:rPr lang="en-US" dirty="0"/>
              <a:t>, applying </a:t>
            </a:r>
            <a:r>
              <a:rPr lang="en-US" b="1" dirty="0"/>
              <a:t>ETL processes</a:t>
            </a:r>
            <a:r>
              <a:rPr lang="en-US" dirty="0"/>
              <a:t>, enforcing </a:t>
            </a:r>
            <a:r>
              <a:rPr lang="en-US" b="1" dirty="0"/>
              <a:t>data quality rules</a:t>
            </a:r>
            <a:r>
              <a:rPr lang="en-US" dirty="0"/>
              <a:t>, and generating all required </a:t>
            </a:r>
            <a:r>
              <a:rPr lang="en-US" b="1" dirty="0"/>
              <a:t>monthly and summary reports</a:t>
            </a:r>
            <a:r>
              <a:rPr lang="en-US" dirty="0"/>
              <a:t>.</a:t>
            </a:r>
            <a:endParaRPr lang="en-US" dirty="0">
              <a:ea typeface="Calibri"/>
              <a:cs typeface="Calibri"/>
            </a:endParaRPr>
          </a:p>
          <a:p>
            <a:endParaRPr lang="en-US" dirty="0"/>
          </a:p>
          <a:p>
            <a:r>
              <a:rPr lang="en-US" dirty="0"/>
              <a:t>Each of us contributed to different aspects such as schema design, data cleansing, SQL scripting, and validating business logic. Together, we built a solution that supports clean, consistent, and high-performing data analysis.</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1437E7F7-CC37-7DF9-6175-1155E88DC929}"/>
              </a:ext>
            </a:extLst>
          </p:cNvPr>
          <p:cNvSpPr>
            <a:spLocks noGrp="1"/>
          </p:cNvSpPr>
          <p:nvPr>
            <p:ph type="sldNum" sz="quarter" idx="5"/>
          </p:nvPr>
        </p:nvSpPr>
        <p:spPr/>
        <p:txBody>
          <a:bodyPr/>
          <a:lstStyle/>
          <a:p>
            <a:fld id="{81AD06FC-B996-4DB5-8768-F80953027D3E}" type="slidenum">
              <a:t>11</a:t>
            </a:fld>
            <a:endParaRPr lang="en-US"/>
          </a:p>
        </p:txBody>
      </p:sp>
    </p:spTree>
    <p:extLst>
      <p:ext uri="{BB962C8B-B14F-4D97-AF65-F5344CB8AC3E}">
        <p14:creationId xmlns:p14="http://schemas.microsoft.com/office/powerpoint/2010/main" val="2684516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27-May-25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27-May-25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27-May-25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27-May-25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27-May-25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27-May-25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27-May-25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27-May-25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27-May-25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27-May-25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27-May-25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27-May-25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BB63E4-948F-0BED-604E-9A07971838D6}"/>
              </a:ext>
            </a:extLst>
          </p:cNvPr>
          <p:cNvSpPr/>
          <p:nvPr/>
        </p:nvSpPr>
        <p:spPr>
          <a:xfrm>
            <a:off x="204396" y="276961"/>
            <a:ext cx="11789020" cy="635920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 dirty="0">
              <a:solidFill>
                <a:schemeClr val="tx1"/>
              </a:solidFill>
            </a:endParaRPr>
          </a:p>
        </p:txBody>
      </p:sp>
      <p:sp>
        <p:nvSpPr>
          <p:cNvPr id="4" name="Rectangle 3">
            <a:extLst>
              <a:ext uri="{FF2B5EF4-FFF2-40B4-BE49-F238E27FC236}">
                <a16:creationId xmlns:a16="http://schemas.microsoft.com/office/drawing/2014/main" id="{E0799F3E-84EA-9DF4-57CD-4F89292470AE}"/>
              </a:ext>
            </a:extLst>
          </p:cNvPr>
          <p:cNvSpPr/>
          <p:nvPr/>
        </p:nvSpPr>
        <p:spPr>
          <a:xfrm>
            <a:off x="202187" y="3874925"/>
            <a:ext cx="11777977" cy="22620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 dirty="0">
              <a:solidFill>
                <a:schemeClr val="tx1"/>
              </a:solidFill>
            </a:endParaRPr>
          </a:p>
          <a:p>
            <a:pPr algn="ctr"/>
            <a:endParaRPr lang="en" dirty="0">
              <a:solidFill>
                <a:schemeClr val="tx1"/>
              </a:solidFill>
            </a:endParaRPr>
          </a:p>
        </p:txBody>
      </p:sp>
      <p:sp>
        <p:nvSpPr>
          <p:cNvPr id="5" name="TextBox 4">
            <a:extLst>
              <a:ext uri="{FF2B5EF4-FFF2-40B4-BE49-F238E27FC236}">
                <a16:creationId xmlns:a16="http://schemas.microsoft.com/office/drawing/2014/main" id="{69E402FA-3B0F-62FD-D6C4-F6C3CE3BE9C0}"/>
              </a:ext>
            </a:extLst>
          </p:cNvPr>
          <p:cNvSpPr txBox="1"/>
          <p:nvPr/>
        </p:nvSpPr>
        <p:spPr>
          <a:xfrm>
            <a:off x="200891" y="1073762"/>
            <a:ext cx="11784571"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 sz="5400" b="1" dirty="0"/>
              <a:t>Data Warehouse Development for Models Sales Company</a:t>
            </a:r>
            <a:endParaRPr lang="en-US" sz="5400" b="1"/>
          </a:p>
        </p:txBody>
      </p:sp>
      <p:sp>
        <p:nvSpPr>
          <p:cNvPr id="8" name="TextBox 7">
            <a:extLst>
              <a:ext uri="{FF2B5EF4-FFF2-40B4-BE49-F238E27FC236}">
                <a16:creationId xmlns:a16="http://schemas.microsoft.com/office/drawing/2014/main" id="{83C60CF9-45B1-70E3-8F34-FF36681AAEB4}"/>
              </a:ext>
            </a:extLst>
          </p:cNvPr>
          <p:cNvSpPr txBox="1"/>
          <p:nvPr/>
        </p:nvSpPr>
        <p:spPr>
          <a:xfrm>
            <a:off x="200702" y="4264575"/>
            <a:ext cx="705816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b="1" dirty="0"/>
              <a:t> Client:</a:t>
            </a:r>
            <a:r>
              <a:rPr lang="en" dirty="0"/>
              <a:t> Models Sales Company</a:t>
            </a:r>
            <a:br>
              <a:rPr lang="en" dirty="0"/>
            </a:br>
            <a:r>
              <a:rPr lang="en" dirty="0"/>
              <a:t> </a:t>
            </a:r>
            <a:r>
              <a:rPr lang="en" b="1" dirty="0">
                <a:ea typeface="+mn-lt"/>
                <a:cs typeface="+mn-lt"/>
              </a:rPr>
              <a:t>Current System:</a:t>
            </a:r>
            <a:r>
              <a:rPr lang="en" dirty="0">
                <a:ea typeface="+mn-lt"/>
                <a:cs typeface="+mn-lt"/>
              </a:rPr>
              <a:t> OLTP (MS SQL Server)</a:t>
            </a:r>
            <a:br>
              <a:rPr lang="en" dirty="0">
                <a:ea typeface="+mn-lt"/>
                <a:cs typeface="+mn-lt"/>
              </a:rPr>
            </a:br>
            <a:r>
              <a:rPr lang="en" dirty="0">
                <a:ea typeface="+mn-lt"/>
                <a:cs typeface="+mn-lt"/>
              </a:rPr>
              <a:t> </a:t>
            </a:r>
            <a:r>
              <a:rPr lang="en" b="1" dirty="0">
                <a:ea typeface="+mn-lt"/>
                <a:cs typeface="+mn-lt"/>
              </a:rPr>
              <a:t>Identified Need:</a:t>
            </a:r>
            <a:r>
              <a:rPr lang="en" dirty="0">
                <a:ea typeface="+mn-lt"/>
                <a:cs typeface="+mn-lt"/>
              </a:rPr>
              <a:t> </a:t>
            </a:r>
            <a:r>
              <a:rPr lang="en" dirty="0" err="1">
                <a:ea typeface="+mn-lt"/>
                <a:cs typeface="+mn-lt"/>
              </a:rPr>
              <a:t>Centralised</a:t>
            </a:r>
            <a:r>
              <a:rPr lang="en" dirty="0">
                <a:ea typeface="+mn-lt"/>
                <a:cs typeface="+mn-lt"/>
              </a:rPr>
              <a:t> access for sales data analysis</a:t>
            </a:r>
            <a:br>
              <a:rPr lang="en" dirty="0">
                <a:ea typeface="+mn-lt"/>
                <a:cs typeface="+mn-lt"/>
              </a:rPr>
            </a:br>
            <a:r>
              <a:rPr lang="en" dirty="0">
                <a:ea typeface="+mn-lt"/>
                <a:cs typeface="+mn-lt"/>
              </a:rPr>
              <a:t> </a:t>
            </a:r>
            <a:r>
              <a:rPr lang="en" b="1" dirty="0">
                <a:ea typeface="+mn-lt"/>
                <a:cs typeface="+mn-lt"/>
              </a:rPr>
              <a:t>Our Goal:</a:t>
            </a:r>
            <a:r>
              <a:rPr lang="en" dirty="0">
                <a:ea typeface="+mn-lt"/>
                <a:cs typeface="+mn-lt"/>
              </a:rPr>
              <a:t> Design and implement a complete OLAP solution</a:t>
            </a:r>
            <a:br>
              <a:rPr lang="en" dirty="0">
                <a:ea typeface="+mn-lt"/>
                <a:cs typeface="+mn-lt"/>
              </a:rPr>
            </a:br>
            <a:r>
              <a:rPr lang="en" dirty="0">
                <a:ea typeface="+mn-lt"/>
                <a:cs typeface="+mn-lt"/>
              </a:rPr>
              <a:t> </a:t>
            </a:r>
            <a:r>
              <a:rPr lang="en" b="1" dirty="0">
                <a:ea typeface="+mn-lt"/>
                <a:cs typeface="+mn-lt"/>
              </a:rPr>
              <a:t>Team Role:</a:t>
            </a:r>
            <a:r>
              <a:rPr lang="en" dirty="0">
                <a:ea typeface="+mn-lt"/>
                <a:cs typeface="+mn-lt"/>
              </a:rPr>
              <a:t> OLAP design, ETL development, data validation, reporting</a:t>
            </a:r>
            <a:endParaRPr lang="en" dirty="0"/>
          </a:p>
        </p:txBody>
      </p:sp>
      <p:sp>
        <p:nvSpPr>
          <p:cNvPr id="9" name="TextBox 8">
            <a:extLst>
              <a:ext uri="{FF2B5EF4-FFF2-40B4-BE49-F238E27FC236}">
                <a16:creationId xmlns:a16="http://schemas.microsoft.com/office/drawing/2014/main" id="{ABE15087-2F75-1CBB-9BF6-7DE4A0FF2F14}"/>
              </a:ext>
            </a:extLst>
          </p:cNvPr>
          <p:cNvSpPr txBox="1"/>
          <p:nvPr/>
        </p:nvSpPr>
        <p:spPr>
          <a:xfrm>
            <a:off x="8451511" y="6364646"/>
            <a:ext cx="3559372"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sz="1300" b="1" i="1" dirty="0">
                <a:latin typeface="Aptos Display"/>
              </a:rPr>
              <a:t>Prepared by:</a:t>
            </a:r>
            <a:r>
              <a:rPr lang="en" sz="1300" i="1" dirty="0">
                <a:latin typeface="Aptos Display"/>
              </a:rPr>
              <a:t> Brandon </a:t>
            </a:r>
            <a:r>
              <a:rPr lang="en" sz="1300" i="1" dirty="0">
                <a:latin typeface="Aptos Display"/>
                <a:ea typeface="+mn-lt"/>
                <a:cs typeface="+mn-lt"/>
              </a:rPr>
              <a:t>Nguyen </a:t>
            </a:r>
            <a:r>
              <a:rPr lang="en" sz="1300" dirty="0">
                <a:latin typeface="Aptos Display"/>
                <a:ea typeface="+mn-lt"/>
                <a:cs typeface="+mn-lt"/>
              </a:rPr>
              <a:t>&amp;</a:t>
            </a:r>
            <a:r>
              <a:rPr lang="en" sz="1300" i="1" dirty="0">
                <a:latin typeface="Aptos Display"/>
                <a:ea typeface="+mn-lt"/>
                <a:cs typeface="+mn-lt"/>
              </a:rPr>
              <a:t> Natara </a:t>
            </a:r>
            <a:r>
              <a:rPr lang="en" sz="1300" i="1" err="1">
                <a:latin typeface="Aptos Display"/>
                <a:ea typeface="+mn-lt"/>
                <a:cs typeface="+mn-lt"/>
              </a:rPr>
              <a:t>Iata</a:t>
            </a:r>
            <a:r>
              <a:rPr lang="en" sz="1300" i="1" dirty="0">
                <a:latin typeface="Aptos Display"/>
                <a:ea typeface="+mn-lt"/>
                <a:cs typeface="+mn-lt"/>
              </a:rPr>
              <a:t> </a:t>
            </a:r>
            <a:r>
              <a:rPr lang="en" sz="1300" i="1" err="1">
                <a:latin typeface="Aptos Display"/>
                <a:ea typeface="+mn-lt"/>
                <a:cs typeface="+mn-lt"/>
              </a:rPr>
              <a:t>Pimoe</a:t>
            </a:r>
            <a:endParaRPr lang="en" sz="1300" i="1" dirty="0">
              <a:latin typeface="Aptos Display"/>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EF8730B-F359-E1C2-4BF2-334C9D6F12E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78392" y="769113"/>
            <a:ext cx="5184018" cy="6088887"/>
          </a:xfrm>
          <a:prstGeom prst="rect">
            <a:avLst/>
          </a:prstGeom>
          <a:noFill/>
        </p:spPr>
      </p:pic>
      <p:sp>
        <p:nvSpPr>
          <p:cNvPr id="6" name="TextBox 5">
            <a:extLst>
              <a:ext uri="{FF2B5EF4-FFF2-40B4-BE49-F238E27FC236}">
                <a16:creationId xmlns:a16="http://schemas.microsoft.com/office/drawing/2014/main" id="{9718FA7E-DB35-BF07-4643-86CCBB468988}"/>
              </a:ext>
            </a:extLst>
          </p:cNvPr>
          <p:cNvSpPr txBox="1"/>
          <p:nvPr/>
        </p:nvSpPr>
        <p:spPr>
          <a:xfrm>
            <a:off x="2783" y="2052"/>
            <a:ext cx="12191163" cy="646331"/>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ea typeface="Calibri"/>
                <a:cs typeface="Calibri"/>
              </a:rPr>
              <a:t>OLTP Schema </a:t>
            </a:r>
          </a:p>
        </p:txBody>
      </p:sp>
    </p:spTree>
    <p:extLst>
      <p:ext uri="{BB962C8B-B14F-4D97-AF65-F5344CB8AC3E}">
        <p14:creationId xmlns:p14="http://schemas.microsoft.com/office/powerpoint/2010/main" val="740766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07B66E-947B-12BB-5549-2B4EB98CFF4A}"/>
              </a:ext>
            </a:extLst>
          </p:cNvPr>
          <p:cNvSpPr>
            <a:spLocks noGrp="1"/>
          </p:cNvSpPr>
          <p:nvPr>
            <p:ph type="title"/>
          </p:nvPr>
        </p:nvSpPr>
        <p:spPr>
          <a:xfrm>
            <a:off x="841248" y="256032"/>
            <a:ext cx="10506456" cy="1014984"/>
          </a:xfrm>
        </p:spPr>
        <p:txBody>
          <a:bodyPr anchor="b">
            <a:normAutofit/>
          </a:bodyPr>
          <a:lstStyle/>
          <a:p>
            <a:r>
              <a:rPr lang="en-US" dirty="0"/>
              <a:t>Report requirements</a:t>
            </a:r>
            <a:endParaRPr lang="en-GB" dirty="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D83F6064-0D33-D0B3-DD37-2A62AC734FA4}"/>
              </a:ext>
            </a:extLst>
          </p:cNvPr>
          <p:cNvGraphicFramePr>
            <a:graphicFrameLocks noGrp="1"/>
          </p:cNvGraphicFramePr>
          <p:nvPr>
            <p:ph idx="1"/>
            <p:extLst>
              <p:ext uri="{D42A27DB-BD31-4B8C-83A1-F6EECF244321}">
                <p14:modId xmlns:p14="http://schemas.microsoft.com/office/powerpoint/2010/main" val="4134612510"/>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6914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3263-830F-2FE2-ABC1-E167E374092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D7D32B4-A002-9531-445F-2B9905C44838}"/>
              </a:ext>
            </a:extLst>
          </p:cNvPr>
          <p:cNvSpPr/>
          <p:nvPr/>
        </p:nvSpPr>
        <p:spPr>
          <a:xfrm>
            <a:off x="8403220" y="707655"/>
            <a:ext cx="3689586" cy="180929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457200" indent="-457200">
              <a:buFont typeface="Arial"/>
              <a:buChar char="•"/>
            </a:pPr>
            <a:r>
              <a:rPr lang="en" dirty="0">
                <a:solidFill>
                  <a:schemeClr val="tx1"/>
                </a:solidFill>
                <a:ea typeface="+mn-lt"/>
                <a:cs typeface="+mn-lt"/>
              </a:rPr>
              <a:t>Handles Complex Reporting</a:t>
            </a:r>
            <a:endParaRPr lang="en-US" dirty="0">
              <a:solidFill>
                <a:schemeClr val="tx1"/>
              </a:solidFill>
              <a:ea typeface="+mn-lt"/>
              <a:cs typeface="+mn-lt"/>
            </a:endParaRPr>
          </a:p>
          <a:p>
            <a:pPr marL="457200" indent="-457200">
              <a:buFont typeface="Arial"/>
              <a:buChar char="•"/>
            </a:pPr>
            <a:r>
              <a:rPr lang="en" dirty="0">
                <a:solidFill>
                  <a:schemeClr val="tx1"/>
                </a:solidFill>
              </a:rPr>
              <a:t>Shared Dimensions</a:t>
            </a:r>
          </a:p>
          <a:p>
            <a:pPr marL="457200" indent="-457200">
              <a:buFont typeface="Arial"/>
              <a:buChar char="•"/>
            </a:pPr>
            <a:r>
              <a:rPr lang="en" dirty="0">
                <a:solidFill>
                  <a:schemeClr val="tx1"/>
                </a:solidFill>
              </a:rPr>
              <a:t>Advanced Analysis</a:t>
            </a:r>
            <a:endParaRPr lang="en-US" dirty="0">
              <a:solidFill>
                <a:schemeClr val="tx1"/>
              </a:solidFill>
            </a:endParaRPr>
          </a:p>
          <a:p>
            <a:pPr marL="457200" indent="-457200">
              <a:buFont typeface="Arial"/>
              <a:buChar char="•"/>
            </a:pPr>
            <a:r>
              <a:rPr lang="en" dirty="0">
                <a:solidFill>
                  <a:schemeClr val="tx1"/>
                </a:solidFill>
              </a:rPr>
              <a:t>Easy Maintenance</a:t>
            </a:r>
          </a:p>
        </p:txBody>
      </p:sp>
      <p:sp>
        <p:nvSpPr>
          <p:cNvPr id="13" name="Rectangle 12">
            <a:extLst>
              <a:ext uri="{FF2B5EF4-FFF2-40B4-BE49-F238E27FC236}">
                <a16:creationId xmlns:a16="http://schemas.microsoft.com/office/drawing/2014/main" id="{7FA3F36F-DAA7-9042-B8AD-1DCA27BA7808}"/>
              </a:ext>
            </a:extLst>
          </p:cNvPr>
          <p:cNvSpPr/>
          <p:nvPr/>
        </p:nvSpPr>
        <p:spPr>
          <a:xfrm>
            <a:off x="7657802" y="2701004"/>
            <a:ext cx="4435004" cy="1848042"/>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457200" indent="-457200">
              <a:buFont typeface="Arial"/>
              <a:buChar char="•"/>
            </a:pPr>
            <a:r>
              <a:rPr lang="en">
                <a:solidFill>
                  <a:schemeClr val="tx1"/>
                </a:solidFill>
                <a:ea typeface="+mn-lt"/>
                <a:cs typeface="+mn-lt"/>
              </a:rPr>
              <a:t>One Fact Tables</a:t>
            </a:r>
            <a:endParaRPr lang="en-US">
              <a:solidFill>
                <a:schemeClr val="tx1"/>
              </a:solidFill>
            </a:endParaRPr>
          </a:p>
          <a:p>
            <a:pPr marL="457200" indent="-457200">
              <a:buFont typeface="Arial"/>
              <a:buChar char="•"/>
            </a:pPr>
            <a:r>
              <a:rPr lang="en" dirty="0">
                <a:solidFill>
                  <a:schemeClr val="tx1"/>
                </a:solidFill>
                <a:ea typeface="+mn-lt"/>
                <a:cs typeface="+mn-lt"/>
              </a:rPr>
              <a:t>Dimension Tables</a:t>
            </a:r>
            <a:endParaRPr lang="en">
              <a:solidFill>
                <a:schemeClr val="tx1"/>
              </a:solidFill>
              <a:latin typeface="Aptos"/>
              <a:cs typeface="Arial"/>
            </a:endParaRPr>
          </a:p>
          <a:p>
            <a:pPr marL="457200" indent="-457200">
              <a:buFont typeface="Arial"/>
              <a:buChar char="•"/>
            </a:pPr>
            <a:r>
              <a:rPr lang="en">
                <a:solidFill>
                  <a:schemeClr val="tx1"/>
                </a:solidFill>
                <a:ea typeface="+mn-lt"/>
                <a:cs typeface="+mn-lt"/>
              </a:rPr>
              <a:t>Low Flexibility </a:t>
            </a:r>
            <a:endParaRPr lang="en" dirty="0">
              <a:solidFill>
                <a:schemeClr val="tx1"/>
              </a:solidFill>
              <a:latin typeface="Aptos"/>
              <a:cs typeface="Arial"/>
            </a:endParaRPr>
          </a:p>
          <a:p>
            <a:pPr marL="457200" indent="-457200">
              <a:buFont typeface="Arial"/>
              <a:buChar char="•"/>
            </a:pPr>
            <a:r>
              <a:rPr lang="en">
                <a:solidFill>
                  <a:schemeClr val="tx1"/>
                </a:solidFill>
                <a:latin typeface="Aptos"/>
                <a:cs typeface="Arial"/>
              </a:rPr>
              <a:t>Best for simple analysis</a:t>
            </a:r>
            <a:endParaRPr lang="en" dirty="0">
              <a:solidFill>
                <a:schemeClr val="tx1"/>
              </a:solidFill>
              <a:latin typeface="Aptos"/>
              <a:cs typeface="Arial"/>
            </a:endParaRPr>
          </a:p>
          <a:p>
            <a:pPr marL="457200" indent="-457200">
              <a:buFont typeface="Arial"/>
              <a:buChar char="•"/>
            </a:pPr>
            <a:endParaRPr lang="en" sz="2000" dirty="0">
              <a:solidFill>
                <a:schemeClr val="tx1"/>
              </a:solidFill>
              <a:latin typeface="Aptos"/>
              <a:cs typeface="Arial"/>
            </a:endParaRPr>
          </a:p>
        </p:txBody>
      </p:sp>
      <p:sp>
        <p:nvSpPr>
          <p:cNvPr id="17" name="Rectangle 16">
            <a:extLst>
              <a:ext uri="{FF2B5EF4-FFF2-40B4-BE49-F238E27FC236}">
                <a16:creationId xmlns:a16="http://schemas.microsoft.com/office/drawing/2014/main" id="{C1AFD282-EE87-FFA6-F7F1-8CF0C10731A5}"/>
              </a:ext>
            </a:extLst>
          </p:cNvPr>
          <p:cNvSpPr/>
          <p:nvPr/>
        </p:nvSpPr>
        <p:spPr>
          <a:xfrm>
            <a:off x="7657802" y="4759154"/>
            <a:ext cx="4435004" cy="18803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a:buChar char="•"/>
            </a:pPr>
            <a:r>
              <a:rPr lang="en">
                <a:solidFill>
                  <a:schemeClr val="tx1"/>
                </a:solidFill>
                <a:ea typeface="+mn-lt"/>
                <a:cs typeface="+mn-lt"/>
              </a:rPr>
              <a:t>Multiple Fact Tables</a:t>
            </a:r>
          </a:p>
          <a:p>
            <a:pPr marL="285750" indent="-285750">
              <a:buFont typeface="Arial"/>
              <a:buChar char="•"/>
            </a:pPr>
            <a:r>
              <a:rPr lang="en">
                <a:solidFill>
                  <a:schemeClr val="tx1"/>
                </a:solidFill>
                <a:ea typeface="+mn-lt"/>
                <a:cs typeface="+mn-lt"/>
              </a:rPr>
              <a:t>Shared Dimension Tables</a:t>
            </a:r>
          </a:p>
          <a:p>
            <a:pPr marL="285750" indent="-285750">
              <a:buFont typeface="Arial,Sans-Serif"/>
              <a:buChar char="•"/>
            </a:pPr>
            <a:r>
              <a:rPr lang="en">
                <a:solidFill>
                  <a:schemeClr val="tx1"/>
                </a:solidFill>
                <a:ea typeface="+mn-lt"/>
                <a:cs typeface="+mn-lt"/>
              </a:rPr>
              <a:t>Suitable for Our Project</a:t>
            </a:r>
          </a:p>
          <a:p>
            <a:pPr marL="285750" indent="-285750">
              <a:buFont typeface="Arial,Sans-Serif"/>
              <a:buChar char="•"/>
            </a:pPr>
            <a:r>
              <a:rPr lang="en">
                <a:solidFill>
                  <a:schemeClr val="tx1"/>
                </a:solidFill>
                <a:ea typeface="+mn-lt"/>
                <a:cs typeface="+mn-lt"/>
              </a:rPr>
              <a:t>Best for complex analysis with multiple facts</a:t>
            </a:r>
          </a:p>
        </p:txBody>
      </p:sp>
      <p:sp>
        <p:nvSpPr>
          <p:cNvPr id="19" name="Rectangle 18">
            <a:extLst>
              <a:ext uri="{FF2B5EF4-FFF2-40B4-BE49-F238E27FC236}">
                <a16:creationId xmlns:a16="http://schemas.microsoft.com/office/drawing/2014/main" id="{7239EF99-C3C2-C8F9-53A2-2A09CFAA18AE}"/>
              </a:ext>
            </a:extLst>
          </p:cNvPr>
          <p:cNvSpPr/>
          <p:nvPr/>
        </p:nvSpPr>
        <p:spPr>
          <a:xfrm>
            <a:off x="5879939" y="714114"/>
            <a:ext cx="2523281" cy="18028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latin typeface="Aptos"/>
                <a:ea typeface="Calibri"/>
                <a:cs typeface="Calibri"/>
              </a:rPr>
              <a:t>Why constellation ?</a:t>
            </a:r>
          </a:p>
        </p:txBody>
      </p:sp>
      <p:sp>
        <p:nvSpPr>
          <p:cNvPr id="21" name="Rectangle 20">
            <a:extLst>
              <a:ext uri="{FF2B5EF4-FFF2-40B4-BE49-F238E27FC236}">
                <a16:creationId xmlns:a16="http://schemas.microsoft.com/office/drawing/2014/main" id="{9376511A-F7CD-CB27-353B-0C23489C55BF}"/>
              </a:ext>
            </a:extLst>
          </p:cNvPr>
          <p:cNvSpPr/>
          <p:nvPr/>
        </p:nvSpPr>
        <p:spPr>
          <a:xfrm>
            <a:off x="6078982" y="2707462"/>
            <a:ext cx="1609429" cy="1841585"/>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ea typeface="Calibri"/>
                <a:cs typeface="Calibri"/>
              </a:rPr>
              <a:t>Star</a:t>
            </a:r>
          </a:p>
        </p:txBody>
      </p:sp>
      <p:sp>
        <p:nvSpPr>
          <p:cNvPr id="23" name="Rectangle 22">
            <a:extLst>
              <a:ext uri="{FF2B5EF4-FFF2-40B4-BE49-F238E27FC236}">
                <a16:creationId xmlns:a16="http://schemas.microsoft.com/office/drawing/2014/main" id="{2A2AA53D-581B-678A-3F64-F26189282A74}"/>
              </a:ext>
            </a:extLst>
          </p:cNvPr>
          <p:cNvSpPr/>
          <p:nvPr/>
        </p:nvSpPr>
        <p:spPr>
          <a:xfrm>
            <a:off x="6078982" y="4759154"/>
            <a:ext cx="1609429" cy="184158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ea typeface="+mn-lt"/>
                <a:cs typeface="+mn-lt"/>
              </a:rPr>
              <a:t>Constellation</a:t>
            </a:r>
            <a:endParaRPr lang="en-US" b="1" dirty="0">
              <a:solidFill>
                <a:schemeClr val="tx1"/>
              </a:solidFill>
            </a:endParaRPr>
          </a:p>
        </p:txBody>
      </p:sp>
      <p:pic>
        <p:nvPicPr>
          <p:cNvPr id="3" name="Picture 2" descr="A screenshot of a computer&#10;&#10;AI-generated content may be incorrect.">
            <a:extLst>
              <a:ext uri="{FF2B5EF4-FFF2-40B4-BE49-F238E27FC236}">
                <a16:creationId xmlns:a16="http://schemas.microsoft.com/office/drawing/2014/main" id="{D49DBC93-14E3-3CAC-E10C-905893A1873F}"/>
              </a:ext>
            </a:extLst>
          </p:cNvPr>
          <p:cNvPicPr>
            <a:picLocks noChangeAspect="1"/>
          </p:cNvPicPr>
          <p:nvPr/>
        </p:nvPicPr>
        <p:blipFill>
          <a:blip r:embed="rId3"/>
          <a:srcRect l="10028" t="5733" r="4550" b="4331"/>
          <a:stretch>
            <a:fillRect/>
          </a:stretch>
        </p:blipFill>
        <p:spPr>
          <a:xfrm>
            <a:off x="7612" y="643759"/>
            <a:ext cx="6102067" cy="6208667"/>
          </a:xfrm>
          <a:prstGeom prst="rect">
            <a:avLst/>
          </a:prstGeom>
        </p:spPr>
      </p:pic>
      <p:sp>
        <p:nvSpPr>
          <p:cNvPr id="16" name="TextBox 15">
            <a:extLst>
              <a:ext uri="{FF2B5EF4-FFF2-40B4-BE49-F238E27FC236}">
                <a16:creationId xmlns:a16="http://schemas.microsoft.com/office/drawing/2014/main" id="{73D685FA-D88E-6C59-964D-135D1F928715}"/>
              </a:ext>
            </a:extLst>
          </p:cNvPr>
          <p:cNvSpPr txBox="1"/>
          <p:nvPr/>
        </p:nvSpPr>
        <p:spPr>
          <a:xfrm>
            <a:off x="2783" y="2052"/>
            <a:ext cx="12191163" cy="646331"/>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ea typeface="Calibri"/>
                <a:cs typeface="Calibri"/>
              </a:rPr>
              <a:t>Constellation Schema </a:t>
            </a:r>
          </a:p>
        </p:txBody>
      </p:sp>
      <p:sp>
        <p:nvSpPr>
          <p:cNvPr id="7" name="TextBox 6">
            <a:extLst>
              <a:ext uri="{FF2B5EF4-FFF2-40B4-BE49-F238E27FC236}">
                <a16:creationId xmlns:a16="http://schemas.microsoft.com/office/drawing/2014/main" id="{A0DDC95F-405B-4C9C-8D35-C1AD6042D52A}"/>
              </a:ext>
            </a:extLst>
          </p:cNvPr>
          <p:cNvSpPr txBox="1"/>
          <p:nvPr/>
        </p:nvSpPr>
        <p:spPr>
          <a:xfrm>
            <a:off x="219307" y="6479777"/>
            <a:ext cx="1828603"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i="1" dirty="0">
                <a:solidFill>
                  <a:srgbClr val="000000"/>
                </a:solidFill>
              </a:rPr>
              <a:t>Figure 1</a:t>
            </a:r>
          </a:p>
        </p:txBody>
      </p:sp>
      <p:sp>
        <p:nvSpPr>
          <p:cNvPr id="2" name="TextBox 1">
            <a:extLst>
              <a:ext uri="{FF2B5EF4-FFF2-40B4-BE49-F238E27FC236}">
                <a16:creationId xmlns:a16="http://schemas.microsoft.com/office/drawing/2014/main" id="{A2542799-B2F9-D45B-7845-FA7F9D5EAB96}"/>
              </a:ext>
            </a:extLst>
          </p:cNvPr>
          <p:cNvSpPr txBox="1"/>
          <p:nvPr/>
        </p:nvSpPr>
        <p:spPr>
          <a:xfrm>
            <a:off x="6562543" y="4293894"/>
            <a:ext cx="1166222" cy="523220"/>
          </a:xfrm>
          <a:prstGeom prst="rect">
            <a:avLst/>
          </a:prstGeom>
          <a:noFill/>
        </p:spPr>
        <p:txBody>
          <a:bodyPr wrap="square" rtlCol="0">
            <a:spAutoFit/>
          </a:bodyPr>
          <a:lstStyle/>
          <a:p>
            <a:r>
              <a:rPr lang="en-US" sz="2800" b="1" dirty="0"/>
              <a:t>VS</a:t>
            </a:r>
            <a:endParaRPr lang="en-GB" sz="2800" b="1" dirty="0"/>
          </a:p>
        </p:txBody>
      </p:sp>
    </p:spTree>
    <p:extLst>
      <p:ext uri="{BB962C8B-B14F-4D97-AF65-F5344CB8AC3E}">
        <p14:creationId xmlns:p14="http://schemas.microsoft.com/office/powerpoint/2010/main" val="155974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0-#ppt_w/2"/>
                                          </p:val>
                                        </p:tav>
                                        <p:tav tm="100000">
                                          <p:val>
                                            <p:strVal val="#ppt_x"/>
                                          </p:val>
                                        </p:tav>
                                      </p:tavLst>
                                    </p:anim>
                                    <p:anim calcmode="lin" valueType="num">
                                      <p:cBhvr additive="base">
                                        <p:cTn id="14"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0-#ppt_w/2"/>
                                          </p:val>
                                        </p:tav>
                                        <p:tav tm="100000">
                                          <p:val>
                                            <p:strVal val="#ppt_x"/>
                                          </p:val>
                                        </p:tav>
                                      </p:tavLst>
                                    </p:anim>
                                    <p:anim calcmode="lin" valueType="num">
                                      <p:cBhvr additive="base">
                                        <p:cTn id="20"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age0" title="Books_DB">
            <a:extLst>
              <a:ext uri="{FF2B5EF4-FFF2-40B4-BE49-F238E27FC236}">
                <a16:creationId xmlns:a16="http://schemas.microsoft.com/office/drawing/2014/main" id="{EA6B5563-6E5B-AE8D-A6FA-120D27C06BCD}"/>
              </a:ext>
            </a:extLst>
          </p:cNvPr>
          <p:cNvPicPr>
            <a:picLocks noGrp="1" noChangeAspect="1"/>
          </p:cNvPicPr>
          <p:nvPr>
            <p:ph idx="1"/>
          </p:nvPr>
        </p:nvPicPr>
        <p:blipFill>
          <a:blip r:embed="rId2" cstate="print">
            <a:extLst>
              <a:ext uri="0203736f-3b19-4317-930f-9a88de2d883b"/>
            </a:extLst>
          </a:blip>
          <a:stretch>
            <a:fillRect/>
          </a:stretch>
        </p:blipFill>
        <p:spPr>
          <a:xfrm>
            <a:off x="3145059" y="597748"/>
            <a:ext cx="5513427" cy="6260252"/>
          </a:xfrm>
          <a:prstGeom prst="rect">
            <a:avLst/>
          </a:prstGeom>
        </p:spPr>
      </p:pic>
      <p:sp>
        <p:nvSpPr>
          <p:cNvPr id="2" name="TextBox 15">
            <a:extLst>
              <a:ext uri="{FF2B5EF4-FFF2-40B4-BE49-F238E27FC236}">
                <a16:creationId xmlns:a16="http://schemas.microsoft.com/office/drawing/2014/main" id="{73D685FA-D88E-6C59-964D-135D1F928715}"/>
              </a:ext>
            </a:extLst>
          </p:cNvPr>
          <p:cNvSpPr txBox="1"/>
          <p:nvPr/>
        </p:nvSpPr>
        <p:spPr>
          <a:xfrm>
            <a:off x="0" y="-48583"/>
            <a:ext cx="12191163" cy="646331"/>
          </a:xfrm>
          <a:prstGeom prst="rect">
            <a:avLst/>
          </a:prstGeom>
          <a:solidFill>
            <a:schemeClr val="bg1"/>
          </a:solid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600" b="1" dirty="0">
                <a:ea typeface="Calibri"/>
                <a:cs typeface="Calibri"/>
              </a:rPr>
              <a:t>Constellation Schema </a:t>
            </a:r>
          </a:p>
        </p:txBody>
      </p:sp>
    </p:spTree>
    <p:extLst>
      <p:ext uri="{BB962C8B-B14F-4D97-AF65-F5344CB8AC3E}">
        <p14:creationId xmlns:p14="http://schemas.microsoft.com/office/powerpoint/2010/main" val="832539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1C291CA-9509-3E7B-10C6-0AEDD6AF13DC}"/>
              </a:ext>
            </a:extLst>
          </p:cNvPr>
          <p:cNvSpPr/>
          <p:nvPr/>
        </p:nvSpPr>
        <p:spPr>
          <a:xfrm>
            <a:off x="4709999" y="728737"/>
            <a:ext cx="7347900" cy="10946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 sz="2400" dirty="0">
              <a:solidFill>
                <a:schemeClr val="tx1"/>
              </a:solidFill>
              <a:latin typeface="Aptos"/>
              <a:cs typeface="Arial"/>
            </a:endParaRPr>
          </a:p>
          <a:p>
            <a:r>
              <a:rPr lang="en" sz="2200">
                <a:solidFill>
                  <a:schemeClr val="tx1"/>
                </a:solidFill>
                <a:latin typeface="Aptos"/>
                <a:cs typeface="Arial"/>
              </a:rPr>
              <a:t>Create and import the data source named: </a:t>
            </a:r>
            <a:r>
              <a:rPr lang="en" sz="2200" b="1">
                <a:solidFill>
                  <a:schemeClr val="tx1"/>
                </a:solidFill>
                <a:latin typeface="Aptos"/>
                <a:cs typeface="Arial"/>
              </a:rPr>
              <a:t>sales_AU_NZ</a:t>
            </a:r>
            <a:endParaRPr lang="en-US" sz="2200" b="1">
              <a:solidFill>
                <a:schemeClr val="tx1"/>
              </a:solidFill>
            </a:endParaRPr>
          </a:p>
          <a:p>
            <a:endParaRPr lang="en-US" sz="2400" b="1" dirty="0">
              <a:solidFill>
                <a:schemeClr val="tx1"/>
              </a:solidFill>
              <a:latin typeface="Arial"/>
              <a:cs typeface="Arial"/>
            </a:endParaRPr>
          </a:p>
        </p:txBody>
      </p:sp>
      <p:sp>
        <p:nvSpPr>
          <p:cNvPr id="10" name="Rectangle 9">
            <a:extLst>
              <a:ext uri="{FF2B5EF4-FFF2-40B4-BE49-F238E27FC236}">
                <a16:creationId xmlns:a16="http://schemas.microsoft.com/office/drawing/2014/main" id="{9F89694B-53C6-ADE8-4F17-7C3B916F1C34}"/>
              </a:ext>
            </a:extLst>
          </p:cNvPr>
          <p:cNvSpPr/>
          <p:nvPr/>
        </p:nvSpPr>
        <p:spPr>
          <a:xfrm>
            <a:off x="4714601" y="2081359"/>
            <a:ext cx="7355298" cy="10946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 sz="2200">
                <a:solidFill>
                  <a:schemeClr val="tx1"/>
                </a:solidFill>
                <a:latin typeface="Aptos"/>
                <a:ea typeface="Calibri"/>
                <a:cs typeface="Arial"/>
              </a:rPr>
              <a:t>Create the DW and named : </a:t>
            </a:r>
            <a:r>
              <a:rPr lang="en" sz="2200" b="1">
                <a:solidFill>
                  <a:schemeClr val="tx1"/>
                </a:solidFill>
                <a:latin typeface="Aptos"/>
                <a:ea typeface="Calibri"/>
                <a:cs typeface="Arial"/>
              </a:rPr>
              <a:t>DW_sales_AU_NZ</a:t>
            </a:r>
            <a:endParaRPr lang="en-US" sz="2200" b="1">
              <a:solidFill>
                <a:schemeClr val="tx1"/>
              </a:solidFill>
            </a:endParaRPr>
          </a:p>
        </p:txBody>
      </p:sp>
      <p:sp>
        <p:nvSpPr>
          <p:cNvPr id="11" name="Rectangle 10">
            <a:extLst>
              <a:ext uri="{FF2B5EF4-FFF2-40B4-BE49-F238E27FC236}">
                <a16:creationId xmlns:a16="http://schemas.microsoft.com/office/drawing/2014/main" id="{7DB99B9F-81A1-7A2F-BD83-A0C473CE2F82}"/>
              </a:ext>
            </a:extLst>
          </p:cNvPr>
          <p:cNvSpPr/>
          <p:nvPr/>
        </p:nvSpPr>
        <p:spPr>
          <a:xfrm>
            <a:off x="970601" y="3445571"/>
            <a:ext cx="11087298" cy="17246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 dirty="0">
              <a:solidFill>
                <a:schemeClr val="tx1"/>
              </a:solidFill>
              <a:latin typeface="Aptos"/>
              <a:ea typeface="Calibri"/>
              <a:cs typeface="Arial"/>
            </a:endParaRPr>
          </a:p>
          <a:p>
            <a:r>
              <a:rPr lang="en" dirty="0">
                <a:solidFill>
                  <a:schemeClr val="tx1"/>
                </a:solidFill>
                <a:latin typeface="Aptos"/>
                <a:ea typeface="Calibri"/>
                <a:cs typeface="Arial"/>
              </a:rPr>
              <a:t>Create </a:t>
            </a:r>
            <a:r>
              <a:rPr lang="en" b="1" dirty="0">
                <a:solidFill>
                  <a:schemeClr val="tx1"/>
                </a:solidFill>
                <a:latin typeface="Aptos"/>
                <a:ea typeface="Calibri"/>
                <a:cs typeface="Arial"/>
              </a:rPr>
              <a:t>DQ log table</a:t>
            </a:r>
            <a:r>
              <a:rPr lang="en" dirty="0">
                <a:solidFill>
                  <a:schemeClr val="tx1"/>
                </a:solidFill>
                <a:latin typeface="Aptos"/>
                <a:ea typeface="Calibri"/>
                <a:cs typeface="Arial"/>
              </a:rPr>
              <a:t> and </a:t>
            </a:r>
            <a:r>
              <a:rPr lang="en" b="1" dirty="0">
                <a:solidFill>
                  <a:schemeClr val="tx1"/>
                </a:solidFill>
                <a:latin typeface="Aptos"/>
                <a:ea typeface="Calibri"/>
                <a:cs typeface="Arial"/>
              </a:rPr>
              <a:t>dim tables</a:t>
            </a:r>
            <a:r>
              <a:rPr lang="en" dirty="0">
                <a:solidFill>
                  <a:schemeClr val="tx1"/>
                </a:solidFill>
                <a:latin typeface="Aptos"/>
                <a:ea typeface="Calibri"/>
                <a:cs typeface="Arial"/>
              </a:rPr>
              <a:t> in </a:t>
            </a:r>
            <a:r>
              <a:rPr lang="en" i="1">
                <a:solidFill>
                  <a:schemeClr val="tx1"/>
                </a:solidFill>
                <a:latin typeface="Aptos"/>
                <a:ea typeface="Calibri"/>
                <a:cs typeface="Arial"/>
              </a:rPr>
              <a:t>DW_sales_AU_NZ </a:t>
            </a:r>
            <a:endParaRPr lang="en" b="1">
              <a:solidFill>
                <a:schemeClr val="tx1"/>
              </a:solidFill>
              <a:ea typeface="Calibri"/>
              <a:cs typeface="Arial"/>
            </a:endParaRPr>
          </a:p>
          <a:p>
            <a:endParaRPr lang="en" sz="1100" dirty="0">
              <a:solidFill>
                <a:schemeClr val="tx1"/>
              </a:solidFill>
              <a:ea typeface="+mn-lt"/>
              <a:cs typeface="+mn-lt"/>
            </a:endParaRPr>
          </a:p>
          <a:p>
            <a:r>
              <a:rPr lang="en" dirty="0">
                <a:solidFill>
                  <a:schemeClr val="tx1"/>
                </a:solidFill>
                <a:ea typeface="+mn-lt"/>
                <a:cs typeface="+mn-lt"/>
              </a:rPr>
              <a:t>Dimension Tables were chosen based on the reporting needs:</a:t>
            </a:r>
            <a:endParaRPr lang="en" dirty="0">
              <a:solidFill>
                <a:schemeClr val="tx1"/>
              </a:solidFill>
            </a:endParaRPr>
          </a:p>
          <a:p>
            <a:r>
              <a:rPr lang="en" dirty="0">
                <a:solidFill>
                  <a:schemeClr val="tx1"/>
                </a:solidFill>
                <a:ea typeface="+mn-lt"/>
                <a:cs typeface="+mn-lt"/>
              </a:rPr>
              <a:t>1. </a:t>
            </a:r>
            <a:r>
              <a:rPr lang="en" b="1" dirty="0">
                <a:solidFill>
                  <a:schemeClr val="tx1"/>
                </a:solidFill>
                <a:ea typeface="+mn-lt"/>
                <a:cs typeface="+mn-lt"/>
              </a:rPr>
              <a:t>dimCustomer:</a:t>
            </a:r>
            <a:r>
              <a:rPr lang="en" dirty="0">
                <a:solidFill>
                  <a:schemeClr val="tx1"/>
                </a:solidFill>
                <a:ea typeface="+mn-lt"/>
                <a:cs typeface="+mn-lt"/>
              </a:rPr>
              <a:t> for customer-based reports.        </a:t>
            </a:r>
            <a:r>
              <a:rPr lang="en" sz="2000" b="1" dirty="0">
                <a:solidFill>
                  <a:schemeClr val="tx1"/>
                </a:solidFill>
                <a:ea typeface="+mn-lt"/>
                <a:cs typeface="+mn-lt"/>
              </a:rPr>
              <a:t>|  </a:t>
            </a:r>
            <a:r>
              <a:rPr lang="en" dirty="0">
                <a:solidFill>
                  <a:schemeClr val="tx1"/>
                </a:solidFill>
                <a:ea typeface="+mn-lt"/>
                <a:cs typeface="+mn-lt"/>
              </a:rPr>
              <a:t> 2. </a:t>
            </a:r>
            <a:r>
              <a:rPr lang="en" b="1" dirty="0" err="1">
                <a:solidFill>
                  <a:schemeClr val="tx1"/>
                </a:solidFill>
                <a:ea typeface="+mn-lt"/>
                <a:cs typeface="+mn-lt"/>
              </a:rPr>
              <a:t>DimEmployee</a:t>
            </a:r>
            <a:r>
              <a:rPr lang="en" b="1" dirty="0">
                <a:solidFill>
                  <a:schemeClr val="tx1"/>
                </a:solidFill>
                <a:ea typeface="+mn-lt"/>
                <a:cs typeface="+mn-lt"/>
              </a:rPr>
              <a:t>:</a:t>
            </a:r>
            <a:r>
              <a:rPr lang="en" dirty="0">
                <a:solidFill>
                  <a:schemeClr val="tx1"/>
                </a:solidFill>
                <a:ea typeface="+mn-lt"/>
                <a:cs typeface="+mn-lt"/>
              </a:rPr>
              <a:t> to track employee performance</a:t>
            </a:r>
            <a:endParaRPr lang="en" dirty="0">
              <a:solidFill>
                <a:schemeClr val="tx1"/>
              </a:solidFill>
            </a:endParaRPr>
          </a:p>
          <a:p>
            <a:r>
              <a:rPr lang="en" dirty="0">
                <a:solidFill>
                  <a:schemeClr val="tx1"/>
                </a:solidFill>
                <a:ea typeface="+mn-lt"/>
                <a:cs typeface="+mn-lt"/>
              </a:rPr>
              <a:t>3. </a:t>
            </a:r>
            <a:r>
              <a:rPr lang="en" b="1" dirty="0">
                <a:solidFill>
                  <a:schemeClr val="tx1"/>
                </a:solidFill>
                <a:ea typeface="+mn-lt"/>
                <a:cs typeface="+mn-lt"/>
              </a:rPr>
              <a:t>dimProduct:</a:t>
            </a:r>
            <a:r>
              <a:rPr lang="en" dirty="0">
                <a:solidFill>
                  <a:schemeClr val="tx1"/>
                </a:solidFill>
                <a:ea typeface="+mn-lt"/>
                <a:cs typeface="+mn-lt"/>
              </a:rPr>
              <a:t> to calculate sales and profit by product/category.      </a:t>
            </a:r>
            <a:r>
              <a:rPr lang="en" sz="2000" b="1" dirty="0">
                <a:solidFill>
                  <a:schemeClr val="tx1"/>
                </a:solidFill>
                <a:ea typeface="+mn-lt"/>
                <a:cs typeface="+mn-lt"/>
              </a:rPr>
              <a:t>| </a:t>
            </a:r>
            <a:r>
              <a:rPr lang="en" dirty="0">
                <a:solidFill>
                  <a:schemeClr val="tx1"/>
                </a:solidFill>
                <a:ea typeface="+mn-lt"/>
                <a:cs typeface="+mn-lt"/>
              </a:rPr>
              <a:t> 4. </a:t>
            </a:r>
            <a:r>
              <a:rPr lang="en" b="1" dirty="0" err="1">
                <a:solidFill>
                  <a:schemeClr val="tx1"/>
                </a:solidFill>
                <a:ea typeface="+mn-lt"/>
                <a:cs typeface="+mn-lt"/>
              </a:rPr>
              <a:t>DimTime</a:t>
            </a:r>
            <a:r>
              <a:rPr lang="en" b="1" dirty="0">
                <a:solidFill>
                  <a:schemeClr val="tx1"/>
                </a:solidFill>
                <a:ea typeface="+mn-lt"/>
                <a:cs typeface="+mn-lt"/>
              </a:rPr>
              <a:t>:</a:t>
            </a:r>
            <a:r>
              <a:rPr lang="en" dirty="0">
                <a:solidFill>
                  <a:schemeClr val="tx1"/>
                </a:solidFill>
                <a:ea typeface="+mn-lt"/>
                <a:cs typeface="+mn-lt"/>
              </a:rPr>
              <a:t> always included for time-based analysis (e.g. monthly reports)</a:t>
            </a:r>
            <a:endParaRPr lang="en" dirty="0">
              <a:solidFill>
                <a:schemeClr val="tx1"/>
              </a:solidFill>
            </a:endParaRPr>
          </a:p>
          <a:p>
            <a:endParaRPr lang="en-US" b="1" dirty="0">
              <a:solidFill>
                <a:schemeClr val="tx1"/>
              </a:solidFill>
              <a:latin typeface="Arial"/>
              <a:ea typeface="Calibri"/>
              <a:cs typeface="Arial"/>
            </a:endParaRPr>
          </a:p>
        </p:txBody>
      </p:sp>
      <p:sp>
        <p:nvSpPr>
          <p:cNvPr id="3" name="TextBox 2">
            <a:extLst>
              <a:ext uri="{FF2B5EF4-FFF2-40B4-BE49-F238E27FC236}">
                <a16:creationId xmlns:a16="http://schemas.microsoft.com/office/drawing/2014/main" id="{139D3209-F965-CEA3-7318-4F7FC18398C3}"/>
              </a:ext>
            </a:extLst>
          </p:cNvPr>
          <p:cNvSpPr txBox="1"/>
          <p:nvPr/>
        </p:nvSpPr>
        <p:spPr>
          <a:xfrm>
            <a:off x="-10161" y="-145"/>
            <a:ext cx="12186349" cy="12618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ea typeface="Calibri"/>
                <a:cs typeface="Calibri"/>
              </a:rPr>
              <a:t>Populating Data </a:t>
            </a:r>
            <a:r>
              <a:rPr lang="en-US" sz="3600" b="1" err="1">
                <a:ea typeface="Calibri"/>
                <a:cs typeface="Calibri"/>
              </a:rPr>
              <a:t>DQLog</a:t>
            </a:r>
            <a:r>
              <a:rPr lang="en-US" sz="3600" b="1">
                <a:ea typeface="Calibri"/>
                <a:cs typeface="Calibri"/>
              </a:rPr>
              <a:t> &amp; DW - </a:t>
            </a:r>
            <a:r>
              <a:rPr lang="en-US" sz="3600" i="1">
                <a:ea typeface="Calibri"/>
                <a:cs typeface="Calibri"/>
              </a:rPr>
              <a:t>Tables</a:t>
            </a:r>
            <a:endParaRPr lang="en-US" sz="3600" i="1" dirty="0">
              <a:ea typeface="Calibri"/>
              <a:cs typeface="Calibri"/>
            </a:endParaRPr>
          </a:p>
          <a:p>
            <a:pPr algn="ctr"/>
            <a:endParaRPr lang="en-US" sz="4000" b="1" dirty="0">
              <a:ea typeface="Calibri"/>
              <a:cs typeface="Calibri"/>
            </a:endParaRPr>
          </a:p>
        </p:txBody>
      </p:sp>
      <p:sp>
        <p:nvSpPr>
          <p:cNvPr id="4" name="Rectangle 3">
            <a:extLst>
              <a:ext uri="{FF2B5EF4-FFF2-40B4-BE49-F238E27FC236}">
                <a16:creationId xmlns:a16="http://schemas.microsoft.com/office/drawing/2014/main" id="{2B56F0F6-D34B-334B-DFEF-E29CE7021EC1}"/>
              </a:ext>
            </a:extLst>
          </p:cNvPr>
          <p:cNvSpPr/>
          <p:nvPr/>
        </p:nvSpPr>
        <p:spPr>
          <a:xfrm>
            <a:off x="3886543" y="728737"/>
            <a:ext cx="835454" cy="10946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0" b="1" dirty="0">
                <a:solidFill>
                  <a:schemeClr val="tx1"/>
                </a:solidFill>
                <a:latin typeface="Calibri"/>
                <a:ea typeface="Calibri"/>
                <a:cs typeface="Calibri"/>
              </a:rPr>
              <a:t>1</a:t>
            </a:r>
            <a:endParaRPr lang="en-US" sz="6600" dirty="0">
              <a:solidFill>
                <a:schemeClr val="tx1"/>
              </a:solidFill>
              <a:latin typeface="Calibri"/>
              <a:ea typeface="Calibri"/>
              <a:cs typeface="Calibri"/>
            </a:endParaRPr>
          </a:p>
        </p:txBody>
      </p:sp>
      <p:sp>
        <p:nvSpPr>
          <p:cNvPr id="7" name="Rectangle 6">
            <a:extLst>
              <a:ext uri="{FF2B5EF4-FFF2-40B4-BE49-F238E27FC236}">
                <a16:creationId xmlns:a16="http://schemas.microsoft.com/office/drawing/2014/main" id="{DF8C2119-A554-9F66-961F-7F8D924B5F4C}"/>
              </a:ext>
            </a:extLst>
          </p:cNvPr>
          <p:cNvSpPr/>
          <p:nvPr/>
        </p:nvSpPr>
        <p:spPr>
          <a:xfrm>
            <a:off x="3886543" y="2081359"/>
            <a:ext cx="835454" cy="10946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0" b="1" dirty="0">
                <a:solidFill>
                  <a:schemeClr val="tx1"/>
                </a:solidFill>
                <a:ea typeface="Calibri"/>
                <a:cs typeface="Calibri"/>
              </a:rPr>
              <a:t>2</a:t>
            </a:r>
            <a:endParaRPr lang="en-US" sz="6000" dirty="0">
              <a:solidFill>
                <a:schemeClr val="tx1"/>
              </a:solidFill>
            </a:endParaRPr>
          </a:p>
        </p:txBody>
      </p:sp>
      <p:sp>
        <p:nvSpPr>
          <p:cNvPr id="8" name="Rectangle 7">
            <a:extLst>
              <a:ext uri="{FF2B5EF4-FFF2-40B4-BE49-F238E27FC236}">
                <a16:creationId xmlns:a16="http://schemas.microsoft.com/office/drawing/2014/main" id="{FA5677C6-5417-7325-7F8E-6265C0EF1E25}"/>
              </a:ext>
            </a:extLst>
          </p:cNvPr>
          <p:cNvSpPr/>
          <p:nvPr/>
        </p:nvSpPr>
        <p:spPr>
          <a:xfrm>
            <a:off x="142543" y="3445571"/>
            <a:ext cx="835454" cy="17246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0" b="1" dirty="0">
                <a:solidFill>
                  <a:schemeClr val="tx1"/>
                </a:solidFill>
                <a:ea typeface="Calibri"/>
                <a:cs typeface="Calibri"/>
              </a:rPr>
              <a:t>3</a:t>
            </a:r>
            <a:endParaRPr lang="en-US" sz="6000">
              <a:solidFill>
                <a:schemeClr val="tx1"/>
              </a:solidFill>
            </a:endParaRPr>
          </a:p>
        </p:txBody>
      </p:sp>
      <p:sp>
        <p:nvSpPr>
          <p:cNvPr id="22" name="Rectangle 21">
            <a:extLst>
              <a:ext uri="{FF2B5EF4-FFF2-40B4-BE49-F238E27FC236}">
                <a16:creationId xmlns:a16="http://schemas.microsoft.com/office/drawing/2014/main" id="{2107DE2A-B183-FEDF-E1EF-22AC583B3F9B}"/>
              </a:ext>
            </a:extLst>
          </p:cNvPr>
          <p:cNvSpPr/>
          <p:nvPr/>
        </p:nvSpPr>
        <p:spPr>
          <a:xfrm>
            <a:off x="956399" y="5338222"/>
            <a:ext cx="11079900" cy="13946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 sz="2000" dirty="0">
              <a:solidFill>
                <a:schemeClr val="tx1"/>
              </a:solidFill>
              <a:latin typeface="Aptos"/>
              <a:cs typeface="Arial"/>
            </a:endParaRPr>
          </a:p>
          <a:p>
            <a:r>
              <a:rPr lang="en" sz="2000" dirty="0">
                <a:solidFill>
                  <a:schemeClr val="tx1"/>
                </a:solidFill>
                <a:latin typeface="Aptos"/>
                <a:cs typeface="Arial"/>
              </a:rPr>
              <a:t>Create </a:t>
            </a:r>
            <a:r>
              <a:rPr lang="en" sz="2000" b="1" err="1">
                <a:solidFill>
                  <a:schemeClr val="tx1"/>
                </a:solidFill>
                <a:latin typeface="Aptos"/>
                <a:cs typeface="Arial"/>
              </a:rPr>
              <a:t>factOrder</a:t>
            </a:r>
            <a:r>
              <a:rPr lang="en" sz="2000" b="1" dirty="0">
                <a:solidFill>
                  <a:schemeClr val="tx1"/>
                </a:solidFill>
                <a:latin typeface="Aptos"/>
                <a:cs typeface="Arial"/>
              </a:rPr>
              <a:t> table</a:t>
            </a:r>
            <a:r>
              <a:rPr lang="en" sz="2000" dirty="0">
                <a:solidFill>
                  <a:schemeClr val="tx1"/>
                </a:solidFill>
                <a:latin typeface="Aptos"/>
                <a:cs typeface="Arial"/>
              </a:rPr>
              <a:t> and </a:t>
            </a:r>
            <a:r>
              <a:rPr lang="en" sz="2000" b="1" err="1">
                <a:solidFill>
                  <a:schemeClr val="tx1"/>
                </a:solidFill>
                <a:latin typeface="Aptos"/>
                <a:cs typeface="Arial"/>
              </a:rPr>
              <a:t>factPayment</a:t>
            </a:r>
            <a:r>
              <a:rPr lang="en" sz="2000" dirty="0">
                <a:solidFill>
                  <a:schemeClr val="tx1"/>
                </a:solidFill>
                <a:latin typeface="Aptos"/>
                <a:cs typeface="Arial"/>
              </a:rPr>
              <a:t> in </a:t>
            </a:r>
            <a:r>
              <a:rPr lang="en" sz="2000" i="1" err="1">
                <a:solidFill>
                  <a:schemeClr val="tx1"/>
                </a:solidFill>
                <a:latin typeface="Aptos"/>
                <a:cs typeface="Arial"/>
              </a:rPr>
              <a:t>DW_sales_AU_NZ</a:t>
            </a:r>
            <a:r>
              <a:rPr lang="en" sz="2000" i="1" dirty="0">
                <a:solidFill>
                  <a:schemeClr val="tx1"/>
                </a:solidFill>
                <a:latin typeface="Aptos"/>
                <a:cs typeface="Arial"/>
              </a:rPr>
              <a:t>.</a:t>
            </a:r>
            <a:endParaRPr lang="en-US" sz="2000" i="1">
              <a:solidFill>
                <a:schemeClr val="tx1"/>
              </a:solidFill>
            </a:endParaRPr>
          </a:p>
          <a:p>
            <a:pPr marL="342900" indent="-342900">
              <a:buFont typeface="Arial"/>
              <a:buChar char="•"/>
            </a:pPr>
            <a:r>
              <a:rPr lang="en" sz="2000" b="1" dirty="0" err="1">
                <a:solidFill>
                  <a:schemeClr val="tx1"/>
                </a:solidFill>
                <a:latin typeface="Aptos"/>
                <a:cs typeface="Arial"/>
              </a:rPr>
              <a:t>factOrder</a:t>
            </a:r>
            <a:r>
              <a:rPr lang="en" sz="2000" dirty="0">
                <a:solidFill>
                  <a:schemeClr val="tx1"/>
                </a:solidFill>
                <a:latin typeface="Aptos"/>
                <a:cs typeface="Arial"/>
              </a:rPr>
              <a:t>: uses </a:t>
            </a:r>
            <a:r>
              <a:rPr lang="en" sz="2000" dirty="0" err="1">
                <a:solidFill>
                  <a:schemeClr val="tx1"/>
                </a:solidFill>
                <a:latin typeface="Aptos"/>
                <a:cs typeface="Arial"/>
              </a:rPr>
              <a:t>orderNumber</a:t>
            </a:r>
            <a:r>
              <a:rPr lang="en" sz="2000" dirty="0">
                <a:solidFill>
                  <a:schemeClr val="tx1"/>
                </a:solidFill>
                <a:latin typeface="Aptos"/>
                <a:cs typeface="Arial"/>
              </a:rPr>
              <a:t> + </a:t>
            </a:r>
            <a:r>
              <a:rPr lang="en" sz="2000" dirty="0" err="1">
                <a:solidFill>
                  <a:schemeClr val="tx1"/>
                </a:solidFill>
                <a:latin typeface="Aptos"/>
                <a:cs typeface="Arial"/>
              </a:rPr>
              <a:t>orderLineNumber</a:t>
            </a:r>
          </a:p>
          <a:p>
            <a:pPr marL="342900" indent="-342900">
              <a:buFont typeface="Arial"/>
              <a:buChar char="•"/>
            </a:pPr>
            <a:r>
              <a:rPr lang="en" sz="2000" b="1" dirty="0" err="1">
                <a:solidFill>
                  <a:schemeClr val="tx1"/>
                </a:solidFill>
                <a:latin typeface="Aptos"/>
                <a:cs typeface="Arial"/>
              </a:rPr>
              <a:t>factPayment</a:t>
            </a:r>
            <a:r>
              <a:rPr lang="en" sz="2000" dirty="0">
                <a:solidFill>
                  <a:schemeClr val="tx1"/>
                </a:solidFill>
                <a:latin typeface="Aptos"/>
                <a:cs typeface="Arial"/>
              </a:rPr>
              <a:t>: uses </a:t>
            </a:r>
            <a:r>
              <a:rPr lang="en" sz="2000" dirty="0" err="1">
                <a:solidFill>
                  <a:schemeClr val="tx1"/>
                </a:solidFill>
                <a:latin typeface="Aptos"/>
                <a:cs typeface="Arial"/>
              </a:rPr>
              <a:t>customerKey</a:t>
            </a:r>
            <a:r>
              <a:rPr lang="en" sz="2000" dirty="0">
                <a:solidFill>
                  <a:schemeClr val="tx1"/>
                </a:solidFill>
                <a:latin typeface="Aptos"/>
                <a:cs typeface="Arial"/>
              </a:rPr>
              <a:t> + </a:t>
            </a:r>
            <a:r>
              <a:rPr lang="en" sz="2000" dirty="0" err="1">
                <a:solidFill>
                  <a:schemeClr val="tx1"/>
                </a:solidFill>
                <a:latin typeface="Aptos"/>
                <a:cs typeface="Arial"/>
              </a:rPr>
              <a:t>paymentDateKey</a:t>
            </a:r>
            <a:r>
              <a:rPr lang="en" sz="2000" dirty="0">
                <a:solidFill>
                  <a:schemeClr val="tx1"/>
                </a:solidFill>
                <a:latin typeface="Aptos"/>
                <a:cs typeface="Arial"/>
              </a:rPr>
              <a:t> + </a:t>
            </a:r>
            <a:r>
              <a:rPr lang="en" sz="2000" dirty="0" err="1">
                <a:solidFill>
                  <a:schemeClr val="tx1"/>
                </a:solidFill>
                <a:latin typeface="Aptos"/>
                <a:cs typeface="Arial"/>
              </a:rPr>
              <a:t>employeeKey</a:t>
            </a:r>
            <a:r>
              <a:rPr lang="en" sz="2000" dirty="0">
                <a:solidFill>
                  <a:schemeClr val="tx1"/>
                </a:solidFill>
                <a:latin typeface="Aptos"/>
                <a:cs typeface="Arial"/>
              </a:rPr>
              <a:t> + </a:t>
            </a:r>
            <a:r>
              <a:rPr lang="en" sz="2000" dirty="0" err="1">
                <a:solidFill>
                  <a:schemeClr val="tx1"/>
                </a:solidFill>
                <a:latin typeface="Aptos"/>
                <a:cs typeface="Arial"/>
              </a:rPr>
              <a:t>checkNumber</a:t>
            </a:r>
            <a:endParaRPr lang="en" sz="2000" dirty="0" err="1">
              <a:solidFill>
                <a:schemeClr val="tx1"/>
              </a:solidFill>
            </a:endParaRPr>
          </a:p>
          <a:p>
            <a:endParaRPr lang="en-US" sz="2000" b="1" dirty="0">
              <a:solidFill>
                <a:schemeClr val="tx1"/>
              </a:solidFill>
              <a:latin typeface="Arial"/>
              <a:cs typeface="Arial"/>
            </a:endParaRPr>
          </a:p>
        </p:txBody>
      </p:sp>
      <p:sp>
        <p:nvSpPr>
          <p:cNvPr id="27" name="Rectangle 26">
            <a:extLst>
              <a:ext uri="{FF2B5EF4-FFF2-40B4-BE49-F238E27FC236}">
                <a16:creationId xmlns:a16="http://schemas.microsoft.com/office/drawing/2014/main" id="{6D4EB17B-C684-D92A-C764-0A41C4E9981A}"/>
              </a:ext>
            </a:extLst>
          </p:cNvPr>
          <p:cNvSpPr/>
          <p:nvPr/>
        </p:nvSpPr>
        <p:spPr>
          <a:xfrm>
            <a:off x="148543" y="5336737"/>
            <a:ext cx="835454" cy="13946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0" b="1" dirty="0">
                <a:solidFill>
                  <a:schemeClr val="tx1"/>
                </a:solidFill>
                <a:latin typeface="Calibri"/>
                <a:ea typeface="Calibri"/>
                <a:cs typeface="Calibri"/>
              </a:rPr>
              <a:t>4</a:t>
            </a:r>
          </a:p>
        </p:txBody>
      </p:sp>
      <p:sp>
        <p:nvSpPr>
          <p:cNvPr id="14" name="Rectangle 13">
            <a:extLst>
              <a:ext uri="{FF2B5EF4-FFF2-40B4-BE49-F238E27FC236}">
                <a16:creationId xmlns:a16="http://schemas.microsoft.com/office/drawing/2014/main" id="{A7B6E422-15EC-7845-5481-696498DA3C29}"/>
              </a:ext>
            </a:extLst>
          </p:cNvPr>
          <p:cNvSpPr/>
          <p:nvPr/>
        </p:nvSpPr>
        <p:spPr>
          <a:xfrm>
            <a:off x="-2796" y="720000"/>
            <a:ext cx="3883339" cy="27073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1">
            <a:extLst>
              <a:ext uri="{FF2B5EF4-FFF2-40B4-BE49-F238E27FC236}">
                <a16:creationId xmlns:a16="http://schemas.microsoft.com/office/drawing/2014/main" id="{F3DAD826-38A0-D596-B05F-9E9B2811C7A0}"/>
              </a:ext>
            </a:extLst>
          </p:cNvPr>
          <p:cNvSpPr txBox="1"/>
          <p:nvPr/>
        </p:nvSpPr>
        <p:spPr>
          <a:xfrm>
            <a:off x="148332" y="3037135"/>
            <a:ext cx="1387547" cy="26161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b="1" i="1" dirty="0">
                <a:solidFill>
                  <a:srgbClr val="000000"/>
                </a:solidFill>
              </a:rPr>
              <a:t>Figure 2</a:t>
            </a:r>
          </a:p>
        </p:txBody>
      </p:sp>
      <p:pic>
        <p:nvPicPr>
          <p:cNvPr id="31" name="Picture 30" descr="Top 10 Tips for Creating Dimension Tables Using Matillion">
            <a:extLst>
              <a:ext uri="{FF2B5EF4-FFF2-40B4-BE49-F238E27FC236}">
                <a16:creationId xmlns:a16="http://schemas.microsoft.com/office/drawing/2014/main" id="{B8FBCE76-3831-3D00-2A65-C86F87D56190}"/>
              </a:ext>
            </a:extLst>
          </p:cNvPr>
          <p:cNvPicPr>
            <a:picLocks noChangeAspect="1"/>
          </p:cNvPicPr>
          <p:nvPr/>
        </p:nvPicPr>
        <p:blipFill>
          <a:blip r:embed="rId3"/>
          <a:srcRect l="9781" t="197" r="8321" b="8114"/>
          <a:stretch>
            <a:fillRect/>
          </a:stretch>
        </p:blipFill>
        <p:spPr>
          <a:xfrm>
            <a:off x="407104" y="507963"/>
            <a:ext cx="3371909" cy="2790546"/>
          </a:xfrm>
          <a:prstGeom prst="rect">
            <a:avLst/>
          </a:prstGeom>
        </p:spPr>
      </p:pic>
      <p:sp>
        <p:nvSpPr>
          <p:cNvPr id="33" name="Rectangle 32">
            <a:extLst>
              <a:ext uri="{FF2B5EF4-FFF2-40B4-BE49-F238E27FC236}">
                <a16:creationId xmlns:a16="http://schemas.microsoft.com/office/drawing/2014/main" id="{A33F2822-1DD8-A8CF-7A78-38BA65E980F8}"/>
              </a:ext>
            </a:extLst>
          </p:cNvPr>
          <p:cNvSpPr/>
          <p:nvPr/>
        </p:nvSpPr>
        <p:spPr>
          <a:xfrm>
            <a:off x="-20796" y="3300000"/>
            <a:ext cx="169339" cy="35653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870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0-#ppt_w/2"/>
                                          </p:val>
                                        </p:tav>
                                        <p:tav tm="100000">
                                          <p:val>
                                            <p:strVal val="#ppt_x"/>
                                          </p:val>
                                        </p:tav>
                                      </p:tavLst>
                                    </p:anim>
                                    <p:anim calcmode="lin" valueType="num">
                                      <p:cBhvr additive="base">
                                        <p:cTn id="26"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44A15-E8DB-BDD4-AEC6-06DC2A35074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7D9ED11-645A-DCBD-BBA3-E6FF61E3DCF7}"/>
              </a:ext>
            </a:extLst>
          </p:cNvPr>
          <p:cNvSpPr/>
          <p:nvPr/>
        </p:nvSpPr>
        <p:spPr>
          <a:xfrm>
            <a:off x="5714743" y="695655"/>
            <a:ext cx="6336064" cy="180929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457200" indent="-457200">
              <a:buAutoNum type="arabicPeriod"/>
            </a:pPr>
            <a:r>
              <a:rPr lang="en" sz="2000" b="1" dirty="0">
                <a:solidFill>
                  <a:schemeClr val="tx1"/>
                </a:solidFill>
              </a:rPr>
              <a:t>DQ Rules</a:t>
            </a:r>
            <a:r>
              <a:rPr lang="en" sz="2000" dirty="0">
                <a:solidFill>
                  <a:schemeClr val="tx1"/>
                </a:solidFill>
              </a:rPr>
              <a:t> scan and log invalid records into </a:t>
            </a:r>
            <a:r>
              <a:rPr lang="en" sz="2000" dirty="0" err="1">
                <a:solidFill>
                  <a:schemeClr val="tx1"/>
                </a:solidFill>
                <a:latin typeface="Consolas"/>
              </a:rPr>
              <a:t>DQLog</a:t>
            </a:r>
            <a:r>
              <a:rPr lang="en" sz="2000" dirty="0">
                <a:solidFill>
                  <a:schemeClr val="tx1"/>
                </a:solidFill>
              </a:rPr>
              <a:t> using </a:t>
            </a:r>
            <a:r>
              <a:rPr lang="en" sz="2000" dirty="0">
                <a:solidFill>
                  <a:schemeClr val="tx1"/>
                </a:solidFill>
                <a:latin typeface="Consolas"/>
              </a:rPr>
              <a:t>%%</a:t>
            </a:r>
            <a:r>
              <a:rPr lang="en" sz="2000" dirty="0" err="1">
                <a:solidFill>
                  <a:schemeClr val="tx1"/>
                </a:solidFill>
                <a:latin typeface="Consolas"/>
              </a:rPr>
              <a:t>physloc</a:t>
            </a:r>
            <a:r>
              <a:rPr lang="en" sz="2000" dirty="0">
                <a:solidFill>
                  <a:schemeClr val="tx1"/>
                </a:solidFill>
                <a:latin typeface="Consolas"/>
              </a:rPr>
              <a:t>%%</a:t>
            </a:r>
            <a:endParaRPr lang="en" dirty="0">
              <a:solidFill>
                <a:schemeClr val="tx1"/>
              </a:solidFill>
              <a:latin typeface="Aptos" panose="020B0004020202020204"/>
            </a:endParaRPr>
          </a:p>
          <a:p>
            <a:pPr marL="457200" indent="-457200">
              <a:buAutoNum type="arabicPeriod"/>
            </a:pPr>
            <a:r>
              <a:rPr lang="en" sz="2000" b="1" dirty="0">
                <a:solidFill>
                  <a:schemeClr val="tx1"/>
                </a:solidFill>
                <a:latin typeface="Aptos"/>
              </a:rPr>
              <a:t>Merge Clean Data</a:t>
            </a:r>
            <a:r>
              <a:rPr lang="en" sz="2000" dirty="0">
                <a:solidFill>
                  <a:schemeClr val="tx1"/>
                </a:solidFill>
                <a:latin typeface="Aptos"/>
              </a:rPr>
              <a:t> – Import only records </a:t>
            </a:r>
            <a:r>
              <a:rPr lang="en" sz="2000" b="1" dirty="0">
                <a:solidFill>
                  <a:schemeClr val="tx1"/>
                </a:solidFill>
                <a:latin typeface="Aptos"/>
              </a:rPr>
              <a:t>not found in DQLog</a:t>
            </a:r>
            <a:r>
              <a:rPr lang="en" sz="2000" dirty="0">
                <a:solidFill>
                  <a:schemeClr val="tx1"/>
                </a:solidFill>
                <a:latin typeface="Aptos"/>
              </a:rPr>
              <a:t> </a:t>
            </a:r>
            <a:r>
              <a:rPr lang="en" sz="2000" b="1" dirty="0">
                <a:solidFill>
                  <a:schemeClr val="tx1"/>
                </a:solidFill>
                <a:latin typeface="Aptos"/>
              </a:rPr>
              <a:t>table</a:t>
            </a:r>
            <a:endParaRPr lang="en" sz="2000" b="1" dirty="0">
              <a:solidFill>
                <a:schemeClr val="tx1"/>
              </a:solidFill>
              <a:latin typeface="Consolas"/>
            </a:endParaRPr>
          </a:p>
        </p:txBody>
      </p:sp>
      <p:sp>
        <p:nvSpPr>
          <p:cNvPr id="13" name="Rectangle 12">
            <a:extLst>
              <a:ext uri="{FF2B5EF4-FFF2-40B4-BE49-F238E27FC236}">
                <a16:creationId xmlns:a16="http://schemas.microsoft.com/office/drawing/2014/main" id="{0714F36D-CE9F-8AA9-D9C8-CA2DB9966827}"/>
              </a:ext>
            </a:extLst>
          </p:cNvPr>
          <p:cNvSpPr/>
          <p:nvPr/>
        </p:nvSpPr>
        <p:spPr>
          <a:xfrm>
            <a:off x="5713802" y="2689004"/>
            <a:ext cx="6337004" cy="1848042"/>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 sz="2000" b="1">
                <a:solidFill>
                  <a:schemeClr val="tx1"/>
                </a:solidFill>
                <a:latin typeface="Aptos"/>
                <a:cs typeface="Arial"/>
              </a:rPr>
              <a:t>3.    Fix Valid Records</a:t>
            </a:r>
            <a:r>
              <a:rPr lang="en" sz="2000">
                <a:solidFill>
                  <a:schemeClr val="tx1"/>
                </a:solidFill>
                <a:latin typeface="Aptos"/>
                <a:cs typeface="Arial"/>
              </a:rPr>
              <a:t> – Use a second merge to update/insert records with </a:t>
            </a:r>
            <a:r>
              <a:rPr lang="en" sz="2000">
                <a:solidFill>
                  <a:schemeClr val="tx1"/>
                </a:solidFill>
                <a:latin typeface="Consolas"/>
                <a:cs typeface="Arial"/>
              </a:rPr>
              <a:t>Action = 'fix'</a:t>
            </a:r>
            <a:endParaRPr lang="en-US" sz="2000">
              <a:solidFill>
                <a:schemeClr val="tx1"/>
              </a:solidFill>
            </a:endParaRPr>
          </a:p>
          <a:p>
            <a:pPr marL="342900" indent="-342900">
              <a:buFont typeface="Arial,Sans-Serif"/>
              <a:buChar char="•"/>
            </a:pPr>
            <a:endParaRPr lang="en" sz="2000" dirty="0">
              <a:solidFill>
                <a:schemeClr val="tx1"/>
              </a:solidFill>
              <a:latin typeface="Consolas"/>
              <a:cs typeface="Arial"/>
            </a:endParaRPr>
          </a:p>
          <a:p>
            <a:r>
              <a:rPr lang="en" sz="2000" b="1">
                <a:solidFill>
                  <a:schemeClr val="tx1"/>
                </a:solidFill>
                <a:latin typeface="Aptos"/>
                <a:cs typeface="Arial"/>
              </a:rPr>
              <a:t>4.    </a:t>
            </a:r>
            <a:r>
              <a:rPr lang="en" sz="2000">
                <a:solidFill>
                  <a:schemeClr val="tx1"/>
                </a:solidFill>
                <a:latin typeface="Aptos"/>
                <a:cs typeface="Arial"/>
              </a:rPr>
              <a:t>Repeat for all </a:t>
            </a:r>
            <a:r>
              <a:rPr lang="en" sz="2000" b="1" dirty="0">
                <a:solidFill>
                  <a:schemeClr val="tx1"/>
                </a:solidFill>
                <a:latin typeface="Aptos"/>
                <a:cs typeface="Arial"/>
              </a:rPr>
              <a:t>dimension</a:t>
            </a:r>
            <a:r>
              <a:rPr lang="en" sz="2000" dirty="0">
                <a:solidFill>
                  <a:schemeClr val="tx1"/>
                </a:solidFill>
                <a:latin typeface="Aptos"/>
                <a:cs typeface="Arial"/>
              </a:rPr>
              <a:t> and </a:t>
            </a:r>
            <a:r>
              <a:rPr lang="en" sz="2000" b="1" dirty="0">
                <a:solidFill>
                  <a:schemeClr val="tx1"/>
                </a:solidFill>
                <a:latin typeface="Aptos"/>
                <a:cs typeface="Arial"/>
              </a:rPr>
              <a:t>fact tables</a:t>
            </a:r>
            <a:endParaRPr lang="en" sz="2000" dirty="0">
              <a:solidFill>
                <a:schemeClr val="tx1"/>
              </a:solidFill>
              <a:latin typeface="Aptos"/>
              <a:cs typeface="Arial"/>
            </a:endParaRPr>
          </a:p>
          <a:p>
            <a:pPr marL="457200" indent="-457200">
              <a:buFont typeface="Arial"/>
              <a:buChar char="•"/>
            </a:pPr>
            <a:endParaRPr lang="en" dirty="0">
              <a:solidFill>
                <a:schemeClr val="tx1"/>
              </a:solidFill>
              <a:latin typeface="Aptos"/>
              <a:cs typeface="Arial"/>
            </a:endParaRPr>
          </a:p>
        </p:txBody>
      </p:sp>
      <p:sp>
        <p:nvSpPr>
          <p:cNvPr id="17" name="Rectangle 16">
            <a:extLst>
              <a:ext uri="{FF2B5EF4-FFF2-40B4-BE49-F238E27FC236}">
                <a16:creationId xmlns:a16="http://schemas.microsoft.com/office/drawing/2014/main" id="{5FE4C47F-E562-9280-99BB-E6F5C5FE94BB}"/>
              </a:ext>
            </a:extLst>
          </p:cNvPr>
          <p:cNvSpPr/>
          <p:nvPr/>
        </p:nvSpPr>
        <p:spPr>
          <a:xfrm>
            <a:off x="5713802" y="4747154"/>
            <a:ext cx="6337004" cy="18803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 sz="2400">
                <a:solidFill>
                  <a:schemeClr val="tx1"/>
                </a:solidFill>
                <a:ea typeface="+mn-lt"/>
                <a:cs typeface="+mn-lt"/>
              </a:rPr>
              <a:t>Ensures only </a:t>
            </a:r>
            <a:r>
              <a:rPr lang="en" sz="2400" b="1">
                <a:solidFill>
                  <a:schemeClr val="tx1"/>
                </a:solidFill>
                <a:ea typeface="+mn-lt"/>
                <a:cs typeface="+mn-lt"/>
              </a:rPr>
              <a:t>clean, valid data</a:t>
            </a:r>
            <a:r>
              <a:rPr lang="en" sz="2400">
                <a:solidFill>
                  <a:schemeClr val="tx1"/>
                </a:solidFill>
                <a:ea typeface="+mn-lt"/>
                <a:cs typeface="+mn-lt"/>
              </a:rPr>
              <a:t> enters the data warehouse</a:t>
            </a:r>
            <a:endParaRPr lang="en-US"/>
          </a:p>
        </p:txBody>
      </p:sp>
      <p:sp>
        <p:nvSpPr>
          <p:cNvPr id="19" name="Rectangle 18">
            <a:extLst>
              <a:ext uri="{FF2B5EF4-FFF2-40B4-BE49-F238E27FC236}">
                <a16:creationId xmlns:a16="http://schemas.microsoft.com/office/drawing/2014/main" id="{2EB9210D-0355-14AE-C43E-F3B0A72815C9}"/>
              </a:ext>
            </a:extLst>
          </p:cNvPr>
          <p:cNvSpPr/>
          <p:nvPr/>
        </p:nvSpPr>
        <p:spPr>
          <a:xfrm>
            <a:off x="4134982" y="702114"/>
            <a:ext cx="1609429" cy="18028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600" b="1">
                <a:solidFill>
                  <a:schemeClr val="tx1"/>
                </a:solidFill>
                <a:latin typeface="Aptos"/>
                <a:ea typeface="Calibri"/>
                <a:cs typeface="Calibri"/>
              </a:rPr>
              <a:t>Step</a:t>
            </a:r>
            <a:endParaRPr lang="en-US" sz="3600" b="1" dirty="0">
              <a:solidFill>
                <a:schemeClr val="tx1"/>
              </a:solidFill>
              <a:latin typeface="Aptos"/>
              <a:ea typeface="Calibri"/>
              <a:cs typeface="Calibri"/>
            </a:endParaRPr>
          </a:p>
        </p:txBody>
      </p:sp>
      <p:sp>
        <p:nvSpPr>
          <p:cNvPr id="21" name="Rectangle 20">
            <a:extLst>
              <a:ext uri="{FF2B5EF4-FFF2-40B4-BE49-F238E27FC236}">
                <a16:creationId xmlns:a16="http://schemas.microsoft.com/office/drawing/2014/main" id="{FAC1B6B5-B9EE-8036-9F19-0FE7E8854EAC}"/>
              </a:ext>
            </a:extLst>
          </p:cNvPr>
          <p:cNvSpPr/>
          <p:nvPr/>
        </p:nvSpPr>
        <p:spPr>
          <a:xfrm>
            <a:off x="4134982" y="2695462"/>
            <a:ext cx="1609429" cy="1841585"/>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600" b="1">
                <a:solidFill>
                  <a:schemeClr val="tx1"/>
                </a:solidFill>
                <a:ea typeface="Calibri"/>
                <a:cs typeface="Calibri"/>
              </a:rPr>
              <a:t>by</a:t>
            </a:r>
            <a:endParaRPr lang="en-US" sz="3600" b="1" dirty="0">
              <a:solidFill>
                <a:schemeClr val="tx1"/>
              </a:solidFill>
              <a:ea typeface="Calibri"/>
              <a:cs typeface="Calibri"/>
            </a:endParaRPr>
          </a:p>
        </p:txBody>
      </p:sp>
      <p:sp>
        <p:nvSpPr>
          <p:cNvPr id="23" name="Rectangle 22">
            <a:extLst>
              <a:ext uri="{FF2B5EF4-FFF2-40B4-BE49-F238E27FC236}">
                <a16:creationId xmlns:a16="http://schemas.microsoft.com/office/drawing/2014/main" id="{4B8E1687-DB80-E5C9-0D90-24BA959EE9A3}"/>
              </a:ext>
            </a:extLst>
          </p:cNvPr>
          <p:cNvSpPr/>
          <p:nvPr/>
        </p:nvSpPr>
        <p:spPr>
          <a:xfrm>
            <a:off x="4134982" y="4747154"/>
            <a:ext cx="1609429" cy="18803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solidFill>
                  <a:schemeClr val="tx1"/>
                </a:solidFill>
              </a:rPr>
              <a:t>Step</a:t>
            </a:r>
            <a:endParaRPr lang="en-US" sz="3200" b="1" dirty="0">
              <a:solidFill>
                <a:schemeClr val="tx1"/>
              </a:solidFill>
            </a:endParaRPr>
          </a:p>
        </p:txBody>
      </p:sp>
      <p:sp>
        <p:nvSpPr>
          <p:cNvPr id="7" name="TextBox 6">
            <a:extLst>
              <a:ext uri="{FF2B5EF4-FFF2-40B4-BE49-F238E27FC236}">
                <a16:creationId xmlns:a16="http://schemas.microsoft.com/office/drawing/2014/main" id="{A2E9260B-8D14-F437-370A-A7639B31E11B}"/>
              </a:ext>
            </a:extLst>
          </p:cNvPr>
          <p:cNvSpPr txBox="1"/>
          <p:nvPr/>
        </p:nvSpPr>
        <p:spPr>
          <a:xfrm>
            <a:off x="79607" y="6492477"/>
            <a:ext cx="1828603"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i="1">
                <a:solidFill>
                  <a:srgbClr val="000000"/>
                </a:solidFill>
              </a:rPr>
              <a:t>Figure 3</a:t>
            </a:r>
          </a:p>
        </p:txBody>
      </p:sp>
      <p:sp>
        <p:nvSpPr>
          <p:cNvPr id="16" name="TextBox 15">
            <a:extLst>
              <a:ext uri="{FF2B5EF4-FFF2-40B4-BE49-F238E27FC236}">
                <a16:creationId xmlns:a16="http://schemas.microsoft.com/office/drawing/2014/main" id="{418079DC-0355-E050-D312-F19F9E2150CD}"/>
              </a:ext>
            </a:extLst>
          </p:cNvPr>
          <p:cNvSpPr txBox="1"/>
          <p:nvPr/>
        </p:nvSpPr>
        <p:spPr>
          <a:xfrm>
            <a:off x="2783" y="2052"/>
            <a:ext cx="12191163" cy="646331"/>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ea typeface="Calibri"/>
                <a:cs typeface="Calibri"/>
              </a:rPr>
              <a:t>Populating Data </a:t>
            </a:r>
            <a:r>
              <a:rPr lang="en-US" sz="3600" b="1" err="1">
                <a:ea typeface="Calibri"/>
                <a:cs typeface="Calibri"/>
              </a:rPr>
              <a:t>DQLog</a:t>
            </a:r>
            <a:r>
              <a:rPr lang="en-US" sz="3600" b="1" dirty="0">
                <a:ea typeface="Calibri"/>
                <a:cs typeface="Calibri"/>
              </a:rPr>
              <a:t> &amp; DW - </a:t>
            </a:r>
            <a:r>
              <a:rPr lang="en-US" sz="3600" i="1" dirty="0">
                <a:ea typeface="Calibri"/>
                <a:cs typeface="Calibri"/>
              </a:rPr>
              <a:t>Merging</a:t>
            </a:r>
            <a:endParaRPr lang="en-US" sz="3600" i="1">
              <a:ea typeface="Calibri"/>
              <a:cs typeface="Calibri"/>
            </a:endParaRPr>
          </a:p>
        </p:txBody>
      </p:sp>
      <p:sp>
        <p:nvSpPr>
          <p:cNvPr id="12" name="Rectangle 11">
            <a:extLst>
              <a:ext uri="{FF2B5EF4-FFF2-40B4-BE49-F238E27FC236}">
                <a16:creationId xmlns:a16="http://schemas.microsoft.com/office/drawing/2014/main" id="{28383C51-911D-A749-14A7-C9F8600E5199}"/>
              </a:ext>
            </a:extLst>
          </p:cNvPr>
          <p:cNvSpPr/>
          <p:nvPr/>
        </p:nvSpPr>
        <p:spPr>
          <a:xfrm>
            <a:off x="-1424" y="639459"/>
            <a:ext cx="4147238" cy="62194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diagram of a funnel&#10;&#10;AI-generated content may be incorrect.">
            <a:extLst>
              <a:ext uri="{FF2B5EF4-FFF2-40B4-BE49-F238E27FC236}">
                <a16:creationId xmlns:a16="http://schemas.microsoft.com/office/drawing/2014/main" id="{3DDCBD40-1DBC-CED2-B9B1-04F72DD5E454}"/>
              </a:ext>
            </a:extLst>
          </p:cNvPr>
          <p:cNvPicPr>
            <a:picLocks noChangeAspect="1"/>
          </p:cNvPicPr>
          <p:nvPr/>
        </p:nvPicPr>
        <p:blipFill>
          <a:blip r:embed="rId3"/>
          <a:srcRect l="1043" t="478" r="1391" b="2342"/>
          <a:stretch>
            <a:fillRect/>
          </a:stretch>
        </p:blipFill>
        <p:spPr>
          <a:xfrm>
            <a:off x="260618" y="763902"/>
            <a:ext cx="3623827" cy="5823772"/>
          </a:xfrm>
          <a:prstGeom prst="rect">
            <a:avLst/>
          </a:prstGeom>
        </p:spPr>
      </p:pic>
      <p:sp>
        <p:nvSpPr>
          <p:cNvPr id="15" name="TextBox 1">
            <a:extLst>
              <a:ext uri="{FF2B5EF4-FFF2-40B4-BE49-F238E27FC236}">
                <a16:creationId xmlns:a16="http://schemas.microsoft.com/office/drawing/2014/main" id="{97845507-0BC0-B2F5-17CC-F3722C51F04A}"/>
              </a:ext>
            </a:extLst>
          </p:cNvPr>
          <p:cNvSpPr txBox="1"/>
          <p:nvPr/>
        </p:nvSpPr>
        <p:spPr>
          <a:xfrm>
            <a:off x="38553" y="6485507"/>
            <a:ext cx="3983512" cy="261610"/>
          </a:xfrm>
          <a:prstGeom prst="rect">
            <a:avLst/>
          </a:prstGeom>
          <a:solidFill>
            <a:schemeClr val="bg1"/>
          </a:solid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b="1" i="1">
                <a:solidFill>
                  <a:srgbClr val="000000"/>
                </a:solidFill>
              </a:rPr>
              <a:t>Figure 3</a:t>
            </a:r>
            <a:endParaRPr lang="en-US" sz="1100" b="1" i="1" dirty="0">
              <a:solidFill>
                <a:srgbClr val="000000"/>
              </a:solidFill>
            </a:endParaRPr>
          </a:p>
        </p:txBody>
      </p:sp>
    </p:spTree>
    <p:extLst>
      <p:ext uri="{BB962C8B-B14F-4D97-AF65-F5344CB8AC3E}">
        <p14:creationId xmlns:p14="http://schemas.microsoft.com/office/powerpoint/2010/main" val="3132871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0-#ppt_w/2"/>
                                          </p:val>
                                        </p:tav>
                                        <p:tav tm="100000">
                                          <p:val>
                                            <p:strVal val="#ppt_x"/>
                                          </p:val>
                                        </p:tav>
                                      </p:tavLst>
                                    </p:anim>
                                    <p:anim calcmode="lin" valueType="num">
                                      <p:cBhvr additive="base">
                                        <p:cTn id="14"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0-#ppt_w/2"/>
                                          </p:val>
                                        </p:tav>
                                        <p:tav tm="100000">
                                          <p:val>
                                            <p:strVal val="#ppt_x"/>
                                          </p:val>
                                        </p:tav>
                                      </p:tavLst>
                                    </p:anim>
                                    <p:anim calcmode="lin" valueType="num">
                                      <p:cBhvr additive="base">
                                        <p:cTn id="20"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B7646-4F05-2100-0ECF-2A317265F60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3D31729-B382-9D06-E7BE-B7F8D84F2B03}"/>
              </a:ext>
            </a:extLst>
          </p:cNvPr>
          <p:cNvSpPr/>
          <p:nvPr/>
        </p:nvSpPr>
        <p:spPr>
          <a:xfrm>
            <a:off x="6362409" y="634160"/>
            <a:ext cx="5596438" cy="62940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800" b="1" dirty="0">
                <a:solidFill>
                  <a:schemeClr val="tx1"/>
                </a:solidFill>
                <a:latin typeface="Calibri"/>
                <a:ea typeface="Calibri"/>
                <a:cs typeface="Calibri"/>
              </a:rPr>
              <a:t>Action (If-Then)</a:t>
            </a:r>
            <a:endParaRPr lang="en" sz="2800" dirty="0">
              <a:solidFill>
                <a:schemeClr val="tx1"/>
              </a:solidFill>
              <a:latin typeface="Calibri"/>
              <a:ea typeface="Calibri"/>
              <a:cs typeface="Calibri"/>
            </a:endParaRPr>
          </a:p>
        </p:txBody>
      </p:sp>
      <p:sp>
        <p:nvSpPr>
          <p:cNvPr id="48" name="Rectangle 47">
            <a:extLst>
              <a:ext uri="{FF2B5EF4-FFF2-40B4-BE49-F238E27FC236}">
                <a16:creationId xmlns:a16="http://schemas.microsoft.com/office/drawing/2014/main" id="{632299D9-1068-0A96-0F18-B7BBBD1D7DEA}"/>
              </a:ext>
            </a:extLst>
          </p:cNvPr>
          <p:cNvSpPr/>
          <p:nvPr/>
        </p:nvSpPr>
        <p:spPr>
          <a:xfrm>
            <a:off x="6351365" y="1340942"/>
            <a:ext cx="5596438" cy="10048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dirty="0">
                <a:solidFill>
                  <a:schemeClr val="tx1"/>
                </a:solidFill>
                <a:ea typeface="+mn-lt"/>
                <a:cs typeface="+mn-lt"/>
              </a:rPr>
              <a:t>Reject if 0 or NULL; Fix negative →convert to positive</a:t>
            </a:r>
            <a:endParaRPr lang="en" sz="2000" dirty="0">
              <a:solidFill>
                <a:schemeClr val="tx1"/>
              </a:solidFill>
              <a:ea typeface="+mn-lt"/>
              <a:cs typeface="+mn-lt"/>
            </a:endParaRPr>
          </a:p>
        </p:txBody>
      </p:sp>
      <p:sp>
        <p:nvSpPr>
          <p:cNvPr id="55" name="Rectangle 54">
            <a:extLst>
              <a:ext uri="{FF2B5EF4-FFF2-40B4-BE49-F238E27FC236}">
                <a16:creationId xmlns:a16="http://schemas.microsoft.com/office/drawing/2014/main" id="{EB366D4D-BD96-9425-215D-50FF8B3E4B54}"/>
              </a:ext>
            </a:extLst>
          </p:cNvPr>
          <p:cNvSpPr/>
          <p:nvPr/>
        </p:nvSpPr>
        <p:spPr>
          <a:xfrm>
            <a:off x="6349156" y="2443081"/>
            <a:ext cx="5596438" cy="10048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baseline="0">
                <a:solidFill>
                  <a:srgbClr val="000000"/>
                </a:solidFill>
                <a:latin typeface="Aptos"/>
                <a:ea typeface="Segoe UI"/>
                <a:cs typeface="Segoe UI"/>
              </a:rPr>
              <a:t>Reject if 0 or NULL; Fix negative →convert to positive</a:t>
            </a:r>
            <a:r>
              <a:rPr lang="en-GB" sz="2000">
                <a:solidFill>
                  <a:srgbClr val="000000"/>
                </a:solidFill>
                <a:latin typeface="Aptos"/>
                <a:ea typeface="Aptos"/>
                <a:cs typeface="Aptos"/>
              </a:rPr>
              <a:t>​</a:t>
            </a:r>
            <a:endParaRPr lang="en" sz="1600" dirty="0">
              <a:solidFill>
                <a:srgbClr val="000000"/>
              </a:solidFill>
              <a:ea typeface="+mn-lt"/>
              <a:cs typeface="+mn-lt"/>
            </a:endParaRPr>
          </a:p>
        </p:txBody>
      </p:sp>
      <p:sp>
        <p:nvSpPr>
          <p:cNvPr id="60" name="Rectangle 59">
            <a:extLst>
              <a:ext uri="{FF2B5EF4-FFF2-40B4-BE49-F238E27FC236}">
                <a16:creationId xmlns:a16="http://schemas.microsoft.com/office/drawing/2014/main" id="{B6F4BB0B-B3AE-58AA-162C-920BD285465D}"/>
              </a:ext>
            </a:extLst>
          </p:cNvPr>
          <p:cNvSpPr/>
          <p:nvPr/>
        </p:nvSpPr>
        <p:spPr>
          <a:xfrm>
            <a:off x="6338113" y="3558471"/>
            <a:ext cx="5596438" cy="10048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dirty="0">
                <a:solidFill>
                  <a:srgbClr val="000000"/>
                </a:solidFill>
                <a:ea typeface="+mn-lt"/>
                <a:cs typeface="+mn-lt"/>
              </a:rPr>
              <a:t>Reject if 0 or NULL; Fix negative →convert to positive</a:t>
            </a:r>
            <a:endParaRPr lang="en" sz="2000" dirty="0">
              <a:solidFill>
                <a:srgbClr val="000000"/>
              </a:solidFill>
              <a:ea typeface="+mn-lt"/>
              <a:cs typeface="+mn-lt"/>
            </a:endParaRPr>
          </a:p>
        </p:txBody>
      </p:sp>
      <p:sp>
        <p:nvSpPr>
          <p:cNvPr id="65" name="Rectangle 64">
            <a:extLst>
              <a:ext uri="{FF2B5EF4-FFF2-40B4-BE49-F238E27FC236}">
                <a16:creationId xmlns:a16="http://schemas.microsoft.com/office/drawing/2014/main" id="{C90D62A4-AFD3-5EF8-86E9-169C1C9E322A}"/>
              </a:ext>
            </a:extLst>
          </p:cNvPr>
          <p:cNvSpPr/>
          <p:nvPr/>
        </p:nvSpPr>
        <p:spPr>
          <a:xfrm>
            <a:off x="6324861" y="4660611"/>
            <a:ext cx="5596438" cy="10048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baseline="0">
                <a:solidFill>
                  <a:srgbClr val="000000"/>
                </a:solidFill>
                <a:latin typeface="Aptos"/>
              </a:rPr>
              <a:t>Reject if MSRP is less than buyPrice</a:t>
            </a:r>
            <a:r>
              <a:rPr lang="en-GB" sz="2000">
                <a:solidFill>
                  <a:srgbClr val="000000"/>
                </a:solidFill>
                <a:latin typeface="Aptos"/>
                <a:ea typeface="Aptos"/>
                <a:cs typeface="Aptos"/>
              </a:rPr>
              <a:t>​</a:t>
            </a:r>
            <a:endParaRPr lang="en" sz="1600" dirty="0">
              <a:solidFill>
                <a:srgbClr val="000000"/>
              </a:solidFill>
              <a:ea typeface="+mn-lt"/>
              <a:cs typeface="+mn-lt"/>
            </a:endParaRPr>
          </a:p>
        </p:txBody>
      </p:sp>
      <p:sp>
        <p:nvSpPr>
          <p:cNvPr id="70" name="Rectangle 69">
            <a:extLst>
              <a:ext uri="{FF2B5EF4-FFF2-40B4-BE49-F238E27FC236}">
                <a16:creationId xmlns:a16="http://schemas.microsoft.com/office/drawing/2014/main" id="{BFF470F8-FA89-82CF-49DC-3674EF36AB72}"/>
              </a:ext>
            </a:extLst>
          </p:cNvPr>
          <p:cNvSpPr/>
          <p:nvPr/>
        </p:nvSpPr>
        <p:spPr>
          <a:xfrm>
            <a:off x="6313817" y="5742872"/>
            <a:ext cx="5596438" cy="10048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a:solidFill>
                  <a:srgbClr val="000000"/>
                </a:solidFill>
              </a:rPr>
              <a:t>Reject if NULL or less than 0</a:t>
            </a:r>
            <a:endParaRPr lang="en-GB" sz="2000" dirty="0">
              <a:solidFill>
                <a:srgbClr val="000000"/>
              </a:solidFill>
              <a:ea typeface="+mn-lt"/>
              <a:cs typeface="+mn-lt"/>
            </a:endParaRPr>
          </a:p>
        </p:txBody>
      </p:sp>
      <p:sp>
        <p:nvSpPr>
          <p:cNvPr id="9" name="Rectangle 8">
            <a:extLst>
              <a:ext uri="{FF2B5EF4-FFF2-40B4-BE49-F238E27FC236}">
                <a16:creationId xmlns:a16="http://schemas.microsoft.com/office/drawing/2014/main" id="{32DD4478-B49F-2E8B-6DF4-417A73BC5E53}"/>
              </a:ext>
            </a:extLst>
          </p:cNvPr>
          <p:cNvSpPr/>
          <p:nvPr/>
        </p:nvSpPr>
        <p:spPr>
          <a:xfrm>
            <a:off x="2291153" y="638998"/>
            <a:ext cx="4084533" cy="62940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800" b="1" dirty="0">
                <a:solidFill>
                  <a:schemeClr val="tx1"/>
                </a:solidFill>
                <a:latin typeface="Calibri"/>
                <a:ea typeface="Calibri"/>
                <a:cs typeface="Calibri"/>
              </a:rPr>
              <a:t>Description</a:t>
            </a:r>
            <a:endParaRPr lang="en" sz="2800" dirty="0">
              <a:solidFill>
                <a:schemeClr val="tx1"/>
              </a:solidFill>
              <a:latin typeface="Calibri"/>
              <a:ea typeface="Calibri"/>
              <a:cs typeface="Calibri"/>
            </a:endParaRPr>
          </a:p>
        </p:txBody>
      </p:sp>
      <p:sp>
        <p:nvSpPr>
          <p:cNvPr id="3" name="TextBox 2">
            <a:extLst>
              <a:ext uri="{FF2B5EF4-FFF2-40B4-BE49-F238E27FC236}">
                <a16:creationId xmlns:a16="http://schemas.microsoft.com/office/drawing/2014/main" id="{021A9C75-6D64-F918-9998-D2748B1F316D}"/>
              </a:ext>
            </a:extLst>
          </p:cNvPr>
          <p:cNvSpPr txBox="1"/>
          <p:nvPr/>
        </p:nvSpPr>
        <p:spPr>
          <a:xfrm>
            <a:off x="-28161" y="-5077"/>
            <a:ext cx="1220434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ea typeface="Calibri"/>
                <a:cs typeface="Calibri"/>
              </a:rPr>
              <a:t>Data Quality – </a:t>
            </a:r>
            <a:r>
              <a:rPr lang="en-US" sz="3600" i="1" dirty="0">
                <a:ea typeface="Calibri"/>
                <a:cs typeface="Calibri"/>
              </a:rPr>
              <a:t>Rule 1 to 5</a:t>
            </a:r>
          </a:p>
        </p:txBody>
      </p:sp>
      <p:sp>
        <p:nvSpPr>
          <p:cNvPr id="4" name="Rectangle 3">
            <a:extLst>
              <a:ext uri="{FF2B5EF4-FFF2-40B4-BE49-F238E27FC236}">
                <a16:creationId xmlns:a16="http://schemas.microsoft.com/office/drawing/2014/main" id="{582FB7ED-AA99-8727-8FAA-AE54C2D4C9EC}"/>
              </a:ext>
            </a:extLst>
          </p:cNvPr>
          <p:cNvSpPr/>
          <p:nvPr/>
        </p:nvSpPr>
        <p:spPr>
          <a:xfrm>
            <a:off x="236630" y="638998"/>
            <a:ext cx="2071454" cy="62940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solidFill>
                  <a:schemeClr val="tx1"/>
                </a:solidFill>
                <a:latin typeface="Calibri"/>
                <a:ea typeface="Calibri"/>
                <a:cs typeface="Calibri"/>
              </a:rPr>
              <a:t>Rule No.</a:t>
            </a:r>
          </a:p>
        </p:txBody>
      </p:sp>
      <p:sp>
        <p:nvSpPr>
          <p:cNvPr id="45" name="Rectangle 44">
            <a:extLst>
              <a:ext uri="{FF2B5EF4-FFF2-40B4-BE49-F238E27FC236}">
                <a16:creationId xmlns:a16="http://schemas.microsoft.com/office/drawing/2014/main" id="{C8D0A70E-10E8-9C9E-98A7-8049541E0426}"/>
              </a:ext>
            </a:extLst>
          </p:cNvPr>
          <p:cNvSpPr/>
          <p:nvPr/>
        </p:nvSpPr>
        <p:spPr>
          <a:xfrm>
            <a:off x="2280109" y="1334737"/>
            <a:ext cx="4084533" cy="10048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dirty="0" err="1">
                <a:solidFill>
                  <a:schemeClr val="tx1"/>
                </a:solidFill>
                <a:latin typeface="Consolas"/>
                <a:ea typeface="+mn-lt"/>
                <a:cs typeface="+mn-lt"/>
              </a:rPr>
              <a:t>buyPrice</a:t>
            </a:r>
            <a:r>
              <a:rPr lang="en-GB" sz="2000" dirty="0">
                <a:solidFill>
                  <a:schemeClr val="tx1"/>
                </a:solidFill>
                <a:ea typeface="+mn-lt"/>
                <a:cs typeface="+mn-lt"/>
              </a:rPr>
              <a:t> in Products</a:t>
            </a:r>
            <a:endParaRPr lang="en-US" sz="1600" dirty="0">
              <a:solidFill>
                <a:schemeClr val="tx1"/>
              </a:solidFill>
            </a:endParaRPr>
          </a:p>
        </p:txBody>
      </p:sp>
      <p:sp>
        <p:nvSpPr>
          <p:cNvPr id="46" name="Rectangle 45">
            <a:extLst>
              <a:ext uri="{FF2B5EF4-FFF2-40B4-BE49-F238E27FC236}">
                <a16:creationId xmlns:a16="http://schemas.microsoft.com/office/drawing/2014/main" id="{F3759F98-D5FB-83F7-C71C-1C1F5FDB9CEB}"/>
              </a:ext>
            </a:extLst>
          </p:cNvPr>
          <p:cNvSpPr/>
          <p:nvPr/>
        </p:nvSpPr>
        <p:spPr>
          <a:xfrm>
            <a:off x="225586" y="1334737"/>
            <a:ext cx="2071454" cy="10048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solidFill>
                  <a:schemeClr val="tx1"/>
                </a:solidFill>
                <a:latin typeface="Calibri"/>
                <a:ea typeface="Calibri"/>
                <a:cs typeface="Calibri"/>
              </a:rPr>
              <a:t>1</a:t>
            </a:r>
            <a:endParaRPr lang="en-US" dirty="0"/>
          </a:p>
        </p:txBody>
      </p:sp>
      <p:sp>
        <p:nvSpPr>
          <p:cNvPr id="52" name="Rectangle 51">
            <a:extLst>
              <a:ext uri="{FF2B5EF4-FFF2-40B4-BE49-F238E27FC236}">
                <a16:creationId xmlns:a16="http://schemas.microsoft.com/office/drawing/2014/main" id="{A3811F47-9561-C0F3-6B3E-9C95C54484EA}"/>
              </a:ext>
            </a:extLst>
          </p:cNvPr>
          <p:cNvSpPr/>
          <p:nvPr/>
        </p:nvSpPr>
        <p:spPr>
          <a:xfrm>
            <a:off x="2277900" y="2436876"/>
            <a:ext cx="4084533" cy="10048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baseline="0">
                <a:solidFill>
                  <a:srgbClr val="000000"/>
                </a:solidFill>
                <a:latin typeface="Consolas"/>
              </a:rPr>
              <a:t>priceEach</a:t>
            </a:r>
            <a:r>
              <a:rPr lang="en-GB" sz="2000" baseline="0">
                <a:solidFill>
                  <a:srgbClr val="000000"/>
                </a:solidFill>
                <a:latin typeface="Aptos"/>
              </a:rPr>
              <a:t> in OrderDetails</a:t>
            </a:r>
            <a:r>
              <a:rPr lang="en-GB" sz="2000">
                <a:solidFill>
                  <a:srgbClr val="000000"/>
                </a:solidFill>
                <a:latin typeface="Aptos"/>
                <a:ea typeface="Aptos"/>
                <a:cs typeface="Aptos"/>
              </a:rPr>
              <a:t>​</a:t>
            </a:r>
            <a:endParaRPr lang="en" sz="1600" dirty="0">
              <a:solidFill>
                <a:srgbClr val="000000"/>
              </a:solidFill>
              <a:ea typeface="+mn-lt"/>
              <a:cs typeface="+mn-lt"/>
            </a:endParaRPr>
          </a:p>
        </p:txBody>
      </p:sp>
      <p:sp>
        <p:nvSpPr>
          <p:cNvPr id="53" name="Rectangle 52">
            <a:extLst>
              <a:ext uri="{FF2B5EF4-FFF2-40B4-BE49-F238E27FC236}">
                <a16:creationId xmlns:a16="http://schemas.microsoft.com/office/drawing/2014/main" id="{650ADDC9-8682-7F7E-0330-DC7B89BEA56D}"/>
              </a:ext>
            </a:extLst>
          </p:cNvPr>
          <p:cNvSpPr/>
          <p:nvPr/>
        </p:nvSpPr>
        <p:spPr>
          <a:xfrm>
            <a:off x="214542" y="2428041"/>
            <a:ext cx="2071454" cy="10048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solidFill>
                  <a:schemeClr val="tx1"/>
                </a:solidFill>
                <a:latin typeface="Calibri"/>
                <a:ea typeface="Calibri"/>
                <a:cs typeface="Calibri"/>
              </a:rPr>
              <a:t>2</a:t>
            </a:r>
            <a:endParaRPr lang="en-US" dirty="0"/>
          </a:p>
        </p:txBody>
      </p:sp>
      <p:sp>
        <p:nvSpPr>
          <p:cNvPr id="57" name="Rectangle 56">
            <a:extLst>
              <a:ext uri="{FF2B5EF4-FFF2-40B4-BE49-F238E27FC236}">
                <a16:creationId xmlns:a16="http://schemas.microsoft.com/office/drawing/2014/main" id="{8458E562-593D-D5F1-29D3-685649C4C9A1}"/>
              </a:ext>
            </a:extLst>
          </p:cNvPr>
          <p:cNvSpPr/>
          <p:nvPr/>
        </p:nvSpPr>
        <p:spPr>
          <a:xfrm>
            <a:off x="2266857" y="3552266"/>
            <a:ext cx="4084533" cy="10048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baseline="0">
                <a:solidFill>
                  <a:srgbClr val="000000"/>
                </a:solidFill>
                <a:latin typeface="Consolas"/>
              </a:rPr>
              <a:t>quantityOrdered</a:t>
            </a:r>
            <a:r>
              <a:rPr lang="en-GB" sz="2000" baseline="0">
                <a:solidFill>
                  <a:srgbClr val="000000"/>
                </a:solidFill>
                <a:latin typeface="Aptos"/>
              </a:rPr>
              <a:t> in OrderDetails</a:t>
            </a:r>
            <a:r>
              <a:rPr lang="en-GB" sz="2000">
                <a:solidFill>
                  <a:srgbClr val="000000"/>
                </a:solidFill>
                <a:latin typeface="Aptos"/>
                <a:ea typeface="Aptos"/>
                <a:cs typeface="Aptos"/>
              </a:rPr>
              <a:t>​</a:t>
            </a:r>
            <a:endParaRPr lang="en" sz="1600" dirty="0">
              <a:solidFill>
                <a:srgbClr val="000000"/>
              </a:solidFill>
              <a:ea typeface="+mn-lt"/>
              <a:cs typeface="+mn-lt"/>
            </a:endParaRPr>
          </a:p>
        </p:txBody>
      </p:sp>
      <p:sp>
        <p:nvSpPr>
          <p:cNvPr id="58" name="Rectangle 57">
            <a:extLst>
              <a:ext uri="{FF2B5EF4-FFF2-40B4-BE49-F238E27FC236}">
                <a16:creationId xmlns:a16="http://schemas.microsoft.com/office/drawing/2014/main" id="{0EBE7396-CAC7-4E25-D727-62E04926BCD5}"/>
              </a:ext>
            </a:extLst>
          </p:cNvPr>
          <p:cNvSpPr/>
          <p:nvPr/>
        </p:nvSpPr>
        <p:spPr>
          <a:xfrm>
            <a:off x="203499" y="3543431"/>
            <a:ext cx="2071454" cy="10048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solidFill>
                  <a:schemeClr val="tx1"/>
                </a:solidFill>
                <a:latin typeface="Calibri"/>
                <a:ea typeface="Calibri"/>
                <a:cs typeface="Calibri"/>
              </a:rPr>
              <a:t>3</a:t>
            </a:r>
            <a:endParaRPr lang="en-US" dirty="0"/>
          </a:p>
        </p:txBody>
      </p:sp>
      <p:sp>
        <p:nvSpPr>
          <p:cNvPr id="62" name="Rectangle 61">
            <a:extLst>
              <a:ext uri="{FF2B5EF4-FFF2-40B4-BE49-F238E27FC236}">
                <a16:creationId xmlns:a16="http://schemas.microsoft.com/office/drawing/2014/main" id="{C1E0C9A0-5018-53E5-E2AA-EAE3AB382554}"/>
              </a:ext>
            </a:extLst>
          </p:cNvPr>
          <p:cNvSpPr/>
          <p:nvPr/>
        </p:nvSpPr>
        <p:spPr>
          <a:xfrm>
            <a:off x="2253605" y="4654406"/>
            <a:ext cx="4084533" cy="10048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baseline="0">
                <a:solidFill>
                  <a:srgbClr val="000000"/>
                </a:solidFill>
                <a:latin typeface="Consolas"/>
              </a:rPr>
              <a:t>MSRP</a:t>
            </a:r>
            <a:r>
              <a:rPr lang="en-GB" sz="2000" baseline="0">
                <a:solidFill>
                  <a:srgbClr val="000000"/>
                </a:solidFill>
                <a:latin typeface="Aptos"/>
              </a:rPr>
              <a:t> in Products</a:t>
            </a:r>
            <a:r>
              <a:rPr lang="en-GB" sz="2000">
                <a:solidFill>
                  <a:srgbClr val="000000"/>
                </a:solidFill>
                <a:latin typeface="Aptos"/>
                <a:ea typeface="Aptos"/>
                <a:cs typeface="Aptos"/>
              </a:rPr>
              <a:t>​</a:t>
            </a:r>
            <a:endParaRPr lang="en" sz="1600" dirty="0">
              <a:solidFill>
                <a:srgbClr val="000000"/>
              </a:solidFill>
              <a:ea typeface="+mn-lt"/>
              <a:cs typeface="+mn-lt"/>
            </a:endParaRPr>
          </a:p>
        </p:txBody>
      </p:sp>
      <p:sp>
        <p:nvSpPr>
          <p:cNvPr id="63" name="Rectangle 62">
            <a:extLst>
              <a:ext uri="{FF2B5EF4-FFF2-40B4-BE49-F238E27FC236}">
                <a16:creationId xmlns:a16="http://schemas.microsoft.com/office/drawing/2014/main" id="{962ACD20-C6FE-71FD-E0B6-3964A03738FE}"/>
              </a:ext>
            </a:extLst>
          </p:cNvPr>
          <p:cNvSpPr/>
          <p:nvPr/>
        </p:nvSpPr>
        <p:spPr>
          <a:xfrm>
            <a:off x="192455" y="4658823"/>
            <a:ext cx="2071454" cy="10048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solidFill>
                  <a:schemeClr val="tx1"/>
                </a:solidFill>
                <a:latin typeface="Calibri"/>
                <a:ea typeface="Calibri"/>
                <a:cs typeface="Calibri"/>
              </a:rPr>
              <a:t>4</a:t>
            </a:r>
            <a:endParaRPr lang="en-US" dirty="0"/>
          </a:p>
        </p:txBody>
      </p:sp>
      <p:sp>
        <p:nvSpPr>
          <p:cNvPr id="67" name="Rectangle 66">
            <a:extLst>
              <a:ext uri="{FF2B5EF4-FFF2-40B4-BE49-F238E27FC236}">
                <a16:creationId xmlns:a16="http://schemas.microsoft.com/office/drawing/2014/main" id="{3A1B69F0-3DDC-467A-0CFD-B53374414386}"/>
              </a:ext>
            </a:extLst>
          </p:cNvPr>
          <p:cNvSpPr/>
          <p:nvPr/>
        </p:nvSpPr>
        <p:spPr>
          <a:xfrm>
            <a:off x="2242561" y="5736667"/>
            <a:ext cx="4084533" cy="10048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dirty="0" err="1">
                <a:solidFill>
                  <a:srgbClr val="000000"/>
                </a:solidFill>
              </a:rPr>
              <a:t>quantityInStock</a:t>
            </a:r>
            <a:r>
              <a:rPr lang="en-GB" sz="2000" dirty="0">
                <a:solidFill>
                  <a:srgbClr val="000000"/>
                </a:solidFill>
              </a:rPr>
              <a:t> in Products</a:t>
            </a:r>
            <a:endParaRPr lang="en-GB" sz="2000" dirty="0">
              <a:solidFill>
                <a:srgbClr val="000000"/>
              </a:solidFill>
              <a:ea typeface="+mn-lt"/>
              <a:cs typeface="+mn-lt"/>
            </a:endParaRPr>
          </a:p>
        </p:txBody>
      </p:sp>
      <p:sp>
        <p:nvSpPr>
          <p:cNvPr id="68" name="Rectangle 67">
            <a:extLst>
              <a:ext uri="{FF2B5EF4-FFF2-40B4-BE49-F238E27FC236}">
                <a16:creationId xmlns:a16="http://schemas.microsoft.com/office/drawing/2014/main" id="{A73B8A3B-3161-F6DA-B3F9-C1E1891ECB24}"/>
              </a:ext>
            </a:extLst>
          </p:cNvPr>
          <p:cNvSpPr/>
          <p:nvPr/>
        </p:nvSpPr>
        <p:spPr>
          <a:xfrm>
            <a:off x="192455" y="5730040"/>
            <a:ext cx="2093541" cy="10048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solidFill>
                  <a:schemeClr val="tx1"/>
                </a:solidFill>
                <a:latin typeface="Calibri"/>
                <a:ea typeface="Calibri"/>
                <a:cs typeface="Calibri"/>
              </a:rPr>
              <a:t>5</a:t>
            </a:r>
            <a:endParaRPr lang="en-US" dirty="0"/>
          </a:p>
        </p:txBody>
      </p:sp>
      <p:cxnSp>
        <p:nvCxnSpPr>
          <p:cNvPr id="22" name="Straight Arrow Connector 21">
            <a:extLst>
              <a:ext uri="{FF2B5EF4-FFF2-40B4-BE49-F238E27FC236}">
                <a16:creationId xmlns:a16="http://schemas.microsoft.com/office/drawing/2014/main" id="{FCFD61E8-2FBB-CA5C-4DC4-E37A77076267}"/>
              </a:ext>
            </a:extLst>
          </p:cNvPr>
          <p:cNvCxnSpPr>
            <a:cxnSpLocks/>
          </p:cNvCxnSpPr>
          <p:nvPr/>
        </p:nvCxnSpPr>
        <p:spPr>
          <a:xfrm flipH="1">
            <a:off x="2275071" y="641831"/>
            <a:ext cx="18714" cy="607837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F9C48E9F-24C5-6C0C-BFAD-986164BEA43D}"/>
              </a:ext>
            </a:extLst>
          </p:cNvPr>
          <p:cNvCxnSpPr/>
          <p:nvPr/>
        </p:nvCxnSpPr>
        <p:spPr>
          <a:xfrm flipH="1">
            <a:off x="6318874" y="629341"/>
            <a:ext cx="46050" cy="6103359"/>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5877034B-36F5-9D04-1BA4-937649A677E4}"/>
              </a:ext>
            </a:extLst>
          </p:cNvPr>
          <p:cNvSpPr/>
          <p:nvPr/>
        </p:nvSpPr>
        <p:spPr>
          <a:xfrm>
            <a:off x="-3753" y="0"/>
            <a:ext cx="262471" cy="68543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5726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anim calcmode="lin" valueType="num">
                                      <p:cBhvr additive="base">
                                        <p:cTn id="19" dur="500" fill="hold"/>
                                        <p:tgtEl>
                                          <p:spTgt spid="45"/>
                                        </p:tgtEl>
                                        <p:attrNameLst>
                                          <p:attrName>ppt_x</p:attrName>
                                        </p:attrNameLst>
                                      </p:cBhvr>
                                      <p:tavLst>
                                        <p:tav tm="0">
                                          <p:val>
                                            <p:strVal val="0-#ppt_w/2"/>
                                          </p:val>
                                        </p:tav>
                                        <p:tav tm="100000">
                                          <p:val>
                                            <p:strVal val="#ppt_x"/>
                                          </p:val>
                                        </p:tav>
                                      </p:tavLst>
                                    </p:anim>
                                    <p:anim calcmode="lin" valueType="num">
                                      <p:cBhvr additive="base">
                                        <p:cTn id="20"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8"/>
                                        </p:tgtEl>
                                        <p:attrNameLst>
                                          <p:attrName>style.visibility</p:attrName>
                                        </p:attrNameLst>
                                      </p:cBhvr>
                                      <p:to>
                                        <p:strVal val="visible"/>
                                      </p:to>
                                    </p:set>
                                    <p:anim calcmode="lin" valueType="num">
                                      <p:cBhvr additive="base">
                                        <p:cTn id="25" dur="500" fill="hold"/>
                                        <p:tgtEl>
                                          <p:spTgt spid="48"/>
                                        </p:tgtEl>
                                        <p:attrNameLst>
                                          <p:attrName>ppt_x</p:attrName>
                                        </p:attrNameLst>
                                      </p:cBhvr>
                                      <p:tavLst>
                                        <p:tav tm="0">
                                          <p:val>
                                            <p:strVal val="0-#ppt_w/2"/>
                                          </p:val>
                                        </p:tav>
                                        <p:tav tm="100000">
                                          <p:val>
                                            <p:strVal val="#ppt_x"/>
                                          </p:val>
                                        </p:tav>
                                      </p:tavLst>
                                    </p:anim>
                                    <p:anim calcmode="lin" valueType="num">
                                      <p:cBhvr additive="base">
                                        <p:cTn id="26"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2"/>
                                        </p:tgtEl>
                                        <p:attrNameLst>
                                          <p:attrName>style.visibility</p:attrName>
                                        </p:attrNameLst>
                                      </p:cBhvr>
                                      <p:to>
                                        <p:strVal val="visible"/>
                                      </p:to>
                                    </p:set>
                                    <p:anim calcmode="lin" valueType="num">
                                      <p:cBhvr additive="base">
                                        <p:cTn id="31" dur="500" fill="hold"/>
                                        <p:tgtEl>
                                          <p:spTgt spid="52"/>
                                        </p:tgtEl>
                                        <p:attrNameLst>
                                          <p:attrName>ppt_x</p:attrName>
                                        </p:attrNameLst>
                                      </p:cBhvr>
                                      <p:tavLst>
                                        <p:tav tm="0">
                                          <p:val>
                                            <p:strVal val="0-#ppt_w/2"/>
                                          </p:val>
                                        </p:tav>
                                        <p:tav tm="100000">
                                          <p:val>
                                            <p:strVal val="#ppt_x"/>
                                          </p:val>
                                        </p:tav>
                                      </p:tavLst>
                                    </p:anim>
                                    <p:anim calcmode="lin" valueType="num">
                                      <p:cBhvr additive="base">
                                        <p:cTn id="32" dur="500" fill="hold"/>
                                        <p:tgtEl>
                                          <p:spTgt spid="5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5"/>
                                        </p:tgtEl>
                                        <p:attrNameLst>
                                          <p:attrName>style.visibility</p:attrName>
                                        </p:attrNameLst>
                                      </p:cBhvr>
                                      <p:to>
                                        <p:strVal val="visible"/>
                                      </p:to>
                                    </p:set>
                                    <p:anim calcmode="lin" valueType="num">
                                      <p:cBhvr additive="base">
                                        <p:cTn id="37" dur="500" fill="hold"/>
                                        <p:tgtEl>
                                          <p:spTgt spid="55"/>
                                        </p:tgtEl>
                                        <p:attrNameLst>
                                          <p:attrName>ppt_x</p:attrName>
                                        </p:attrNameLst>
                                      </p:cBhvr>
                                      <p:tavLst>
                                        <p:tav tm="0">
                                          <p:val>
                                            <p:strVal val="0-#ppt_w/2"/>
                                          </p:val>
                                        </p:tav>
                                        <p:tav tm="100000">
                                          <p:val>
                                            <p:strVal val="#ppt_x"/>
                                          </p:val>
                                        </p:tav>
                                      </p:tavLst>
                                    </p:anim>
                                    <p:anim calcmode="lin" valueType="num">
                                      <p:cBhvr additive="base">
                                        <p:cTn id="38" dur="500" fill="hold"/>
                                        <p:tgtEl>
                                          <p:spTgt spid="5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57"/>
                                        </p:tgtEl>
                                        <p:attrNameLst>
                                          <p:attrName>style.visibility</p:attrName>
                                        </p:attrNameLst>
                                      </p:cBhvr>
                                      <p:to>
                                        <p:strVal val="visible"/>
                                      </p:to>
                                    </p:set>
                                    <p:anim calcmode="lin" valueType="num">
                                      <p:cBhvr additive="base">
                                        <p:cTn id="43" dur="500" fill="hold"/>
                                        <p:tgtEl>
                                          <p:spTgt spid="57"/>
                                        </p:tgtEl>
                                        <p:attrNameLst>
                                          <p:attrName>ppt_x</p:attrName>
                                        </p:attrNameLst>
                                      </p:cBhvr>
                                      <p:tavLst>
                                        <p:tav tm="0">
                                          <p:val>
                                            <p:strVal val="0-#ppt_w/2"/>
                                          </p:val>
                                        </p:tav>
                                        <p:tav tm="100000">
                                          <p:val>
                                            <p:strVal val="#ppt_x"/>
                                          </p:val>
                                        </p:tav>
                                      </p:tavLst>
                                    </p:anim>
                                    <p:anim calcmode="lin" valueType="num">
                                      <p:cBhvr additive="base">
                                        <p:cTn id="44" dur="500" fill="hold"/>
                                        <p:tgtEl>
                                          <p:spTgt spid="57"/>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60"/>
                                        </p:tgtEl>
                                        <p:attrNameLst>
                                          <p:attrName>style.visibility</p:attrName>
                                        </p:attrNameLst>
                                      </p:cBhvr>
                                      <p:to>
                                        <p:strVal val="visible"/>
                                      </p:to>
                                    </p:set>
                                    <p:anim calcmode="lin" valueType="num">
                                      <p:cBhvr additive="base">
                                        <p:cTn id="49" dur="500" fill="hold"/>
                                        <p:tgtEl>
                                          <p:spTgt spid="60"/>
                                        </p:tgtEl>
                                        <p:attrNameLst>
                                          <p:attrName>ppt_x</p:attrName>
                                        </p:attrNameLst>
                                      </p:cBhvr>
                                      <p:tavLst>
                                        <p:tav tm="0">
                                          <p:val>
                                            <p:strVal val="0-#ppt_w/2"/>
                                          </p:val>
                                        </p:tav>
                                        <p:tav tm="100000">
                                          <p:val>
                                            <p:strVal val="#ppt_x"/>
                                          </p:val>
                                        </p:tav>
                                      </p:tavLst>
                                    </p:anim>
                                    <p:anim calcmode="lin" valueType="num">
                                      <p:cBhvr additive="base">
                                        <p:cTn id="50" dur="500" fill="hold"/>
                                        <p:tgtEl>
                                          <p:spTgt spid="60"/>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62"/>
                                        </p:tgtEl>
                                        <p:attrNameLst>
                                          <p:attrName>style.visibility</p:attrName>
                                        </p:attrNameLst>
                                      </p:cBhvr>
                                      <p:to>
                                        <p:strVal val="visible"/>
                                      </p:to>
                                    </p:set>
                                    <p:anim calcmode="lin" valueType="num">
                                      <p:cBhvr additive="base">
                                        <p:cTn id="55" dur="500" fill="hold"/>
                                        <p:tgtEl>
                                          <p:spTgt spid="62"/>
                                        </p:tgtEl>
                                        <p:attrNameLst>
                                          <p:attrName>ppt_x</p:attrName>
                                        </p:attrNameLst>
                                      </p:cBhvr>
                                      <p:tavLst>
                                        <p:tav tm="0">
                                          <p:val>
                                            <p:strVal val="0-#ppt_w/2"/>
                                          </p:val>
                                        </p:tav>
                                        <p:tav tm="100000">
                                          <p:val>
                                            <p:strVal val="#ppt_x"/>
                                          </p:val>
                                        </p:tav>
                                      </p:tavLst>
                                    </p:anim>
                                    <p:anim calcmode="lin" valueType="num">
                                      <p:cBhvr additive="base">
                                        <p:cTn id="56" dur="500" fill="hold"/>
                                        <p:tgtEl>
                                          <p:spTgt spid="62"/>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65"/>
                                        </p:tgtEl>
                                        <p:attrNameLst>
                                          <p:attrName>style.visibility</p:attrName>
                                        </p:attrNameLst>
                                      </p:cBhvr>
                                      <p:to>
                                        <p:strVal val="visible"/>
                                      </p:to>
                                    </p:set>
                                    <p:anim calcmode="lin" valueType="num">
                                      <p:cBhvr additive="base">
                                        <p:cTn id="61" dur="500" fill="hold"/>
                                        <p:tgtEl>
                                          <p:spTgt spid="65"/>
                                        </p:tgtEl>
                                        <p:attrNameLst>
                                          <p:attrName>ppt_x</p:attrName>
                                        </p:attrNameLst>
                                      </p:cBhvr>
                                      <p:tavLst>
                                        <p:tav tm="0">
                                          <p:val>
                                            <p:strVal val="0-#ppt_w/2"/>
                                          </p:val>
                                        </p:tav>
                                        <p:tav tm="100000">
                                          <p:val>
                                            <p:strVal val="#ppt_x"/>
                                          </p:val>
                                        </p:tav>
                                      </p:tavLst>
                                    </p:anim>
                                    <p:anim calcmode="lin" valueType="num">
                                      <p:cBhvr additive="base">
                                        <p:cTn id="62" dur="500" fill="hold"/>
                                        <p:tgtEl>
                                          <p:spTgt spid="65"/>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67"/>
                                        </p:tgtEl>
                                        <p:attrNameLst>
                                          <p:attrName>style.visibility</p:attrName>
                                        </p:attrNameLst>
                                      </p:cBhvr>
                                      <p:to>
                                        <p:strVal val="visible"/>
                                      </p:to>
                                    </p:set>
                                    <p:anim calcmode="lin" valueType="num">
                                      <p:cBhvr additive="base">
                                        <p:cTn id="67" dur="500" fill="hold"/>
                                        <p:tgtEl>
                                          <p:spTgt spid="67"/>
                                        </p:tgtEl>
                                        <p:attrNameLst>
                                          <p:attrName>ppt_x</p:attrName>
                                        </p:attrNameLst>
                                      </p:cBhvr>
                                      <p:tavLst>
                                        <p:tav tm="0">
                                          <p:val>
                                            <p:strVal val="0-#ppt_w/2"/>
                                          </p:val>
                                        </p:tav>
                                        <p:tav tm="100000">
                                          <p:val>
                                            <p:strVal val="#ppt_x"/>
                                          </p:val>
                                        </p:tav>
                                      </p:tavLst>
                                    </p:anim>
                                    <p:anim calcmode="lin" valueType="num">
                                      <p:cBhvr additive="base">
                                        <p:cTn id="68" dur="500" fill="hold"/>
                                        <p:tgtEl>
                                          <p:spTgt spid="67"/>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70"/>
                                        </p:tgtEl>
                                        <p:attrNameLst>
                                          <p:attrName>style.visibility</p:attrName>
                                        </p:attrNameLst>
                                      </p:cBhvr>
                                      <p:to>
                                        <p:strVal val="visible"/>
                                      </p:to>
                                    </p:set>
                                    <p:anim calcmode="lin" valueType="num">
                                      <p:cBhvr additive="base">
                                        <p:cTn id="73" dur="500" fill="hold"/>
                                        <p:tgtEl>
                                          <p:spTgt spid="70"/>
                                        </p:tgtEl>
                                        <p:attrNameLst>
                                          <p:attrName>ppt_x</p:attrName>
                                        </p:attrNameLst>
                                      </p:cBhvr>
                                      <p:tavLst>
                                        <p:tav tm="0">
                                          <p:val>
                                            <p:strVal val="0-#ppt_w/2"/>
                                          </p:val>
                                        </p:tav>
                                        <p:tav tm="100000">
                                          <p:val>
                                            <p:strVal val="#ppt_x"/>
                                          </p:val>
                                        </p:tav>
                                      </p:tavLst>
                                    </p:anim>
                                    <p:anim calcmode="lin" valueType="num">
                                      <p:cBhvr additive="base">
                                        <p:cTn id="74" dur="500" fill="hold"/>
                                        <p:tgtEl>
                                          <p:spTgt spid="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8" grpId="0" animBg="1"/>
      <p:bldP spid="55" grpId="0" animBg="1"/>
      <p:bldP spid="60" grpId="0" animBg="1"/>
      <p:bldP spid="65" grpId="0" animBg="1"/>
      <p:bldP spid="70" grpId="0" animBg="1"/>
      <p:bldP spid="9" grpId="0" animBg="1"/>
      <p:bldP spid="45" grpId="0" animBg="1"/>
      <p:bldP spid="52" grpId="0" animBg="1"/>
      <p:bldP spid="57" grpId="0" animBg="1"/>
      <p:bldP spid="62" grpId="0" animBg="1"/>
      <p:bldP spid="6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8BFC6-5F26-A2FA-AA70-FB136126F0B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8CE1D7A-1A03-04D0-C8FF-26B1527D2353}"/>
              </a:ext>
            </a:extLst>
          </p:cNvPr>
          <p:cNvSpPr/>
          <p:nvPr/>
        </p:nvSpPr>
        <p:spPr>
          <a:xfrm>
            <a:off x="6362409" y="634160"/>
            <a:ext cx="5596438" cy="62940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800" b="1" dirty="0">
                <a:solidFill>
                  <a:schemeClr val="tx1"/>
                </a:solidFill>
                <a:latin typeface="Calibri"/>
                <a:ea typeface="Calibri"/>
                <a:cs typeface="Calibri"/>
              </a:rPr>
              <a:t>Action (If-Then)</a:t>
            </a:r>
            <a:endParaRPr lang="en" sz="2800" dirty="0">
              <a:solidFill>
                <a:schemeClr val="tx1"/>
              </a:solidFill>
              <a:latin typeface="Calibri"/>
              <a:ea typeface="Calibri"/>
              <a:cs typeface="Calibri"/>
            </a:endParaRPr>
          </a:p>
        </p:txBody>
      </p:sp>
      <p:sp>
        <p:nvSpPr>
          <p:cNvPr id="48" name="Rectangle 47">
            <a:extLst>
              <a:ext uri="{FF2B5EF4-FFF2-40B4-BE49-F238E27FC236}">
                <a16:creationId xmlns:a16="http://schemas.microsoft.com/office/drawing/2014/main" id="{AC9EDC9B-E4C8-AFCD-2AA1-45B7BFAA9F5A}"/>
              </a:ext>
            </a:extLst>
          </p:cNvPr>
          <p:cNvSpPr/>
          <p:nvPr/>
        </p:nvSpPr>
        <p:spPr>
          <a:xfrm>
            <a:off x="6351365" y="1340942"/>
            <a:ext cx="5596438" cy="10048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dirty="0">
                <a:solidFill>
                  <a:schemeClr val="tx1"/>
                </a:solidFill>
                <a:ea typeface="+mn-lt"/>
                <a:cs typeface="+mn-lt"/>
              </a:rPr>
              <a:t>Reject if NULL or does not exist</a:t>
            </a:r>
            <a:endParaRPr lang="en-US" sz="1600" dirty="0">
              <a:solidFill>
                <a:schemeClr val="tx1"/>
              </a:solidFill>
            </a:endParaRPr>
          </a:p>
        </p:txBody>
      </p:sp>
      <p:sp>
        <p:nvSpPr>
          <p:cNvPr id="55" name="Rectangle 54">
            <a:extLst>
              <a:ext uri="{FF2B5EF4-FFF2-40B4-BE49-F238E27FC236}">
                <a16:creationId xmlns:a16="http://schemas.microsoft.com/office/drawing/2014/main" id="{0454052C-AECD-F1A7-C523-D2C78670613E}"/>
              </a:ext>
            </a:extLst>
          </p:cNvPr>
          <p:cNvSpPr/>
          <p:nvPr/>
        </p:nvSpPr>
        <p:spPr>
          <a:xfrm>
            <a:off x="6349156" y="2443081"/>
            <a:ext cx="5596438" cy="10048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baseline="0" dirty="0">
                <a:solidFill>
                  <a:srgbClr val="000000"/>
                </a:solidFill>
                <a:ea typeface="+mn-lt"/>
                <a:cs typeface="+mn-lt"/>
              </a:rPr>
              <a:t>Reject if </a:t>
            </a:r>
            <a:r>
              <a:rPr lang="en-GB" sz="2000" dirty="0" err="1">
                <a:solidFill>
                  <a:srgbClr val="000000"/>
                </a:solidFill>
                <a:ea typeface="+mn-lt"/>
                <a:cs typeface="+mn-lt"/>
              </a:rPr>
              <a:t>customerNumber</a:t>
            </a:r>
            <a:r>
              <a:rPr lang="en-GB" sz="2000" dirty="0">
                <a:solidFill>
                  <a:srgbClr val="000000"/>
                </a:solidFill>
                <a:ea typeface="+mn-lt"/>
                <a:cs typeface="+mn-lt"/>
              </a:rPr>
              <a:t> is NULL </a:t>
            </a:r>
            <a:r>
              <a:rPr lang="en-GB" sz="2000" baseline="0" dirty="0">
                <a:solidFill>
                  <a:srgbClr val="000000"/>
                </a:solidFill>
                <a:ea typeface="+mn-lt"/>
                <a:cs typeface="+mn-lt"/>
              </a:rPr>
              <a:t>or </a:t>
            </a:r>
            <a:r>
              <a:rPr lang="en-GB" sz="2000" dirty="0">
                <a:solidFill>
                  <a:srgbClr val="000000"/>
                </a:solidFill>
                <a:ea typeface="+mn-lt"/>
                <a:cs typeface="+mn-lt"/>
              </a:rPr>
              <a:t>doesn't exist and if any of the address fields are </a:t>
            </a:r>
            <a:r>
              <a:rPr lang="en-GB" sz="2000" baseline="0" dirty="0">
                <a:solidFill>
                  <a:srgbClr val="000000"/>
                </a:solidFill>
                <a:ea typeface="+mn-lt"/>
                <a:cs typeface="+mn-lt"/>
              </a:rPr>
              <a:t>NULL</a:t>
            </a:r>
            <a:endParaRPr lang="en-US" sz="1600" dirty="0">
              <a:ea typeface="+mn-lt"/>
              <a:cs typeface="+mn-lt"/>
            </a:endParaRPr>
          </a:p>
        </p:txBody>
      </p:sp>
      <p:sp>
        <p:nvSpPr>
          <p:cNvPr id="60" name="Rectangle 59">
            <a:extLst>
              <a:ext uri="{FF2B5EF4-FFF2-40B4-BE49-F238E27FC236}">
                <a16:creationId xmlns:a16="http://schemas.microsoft.com/office/drawing/2014/main" id="{425ECC8A-69EE-7F8F-1E89-B1A59596615F}"/>
              </a:ext>
            </a:extLst>
          </p:cNvPr>
          <p:cNvSpPr/>
          <p:nvPr/>
        </p:nvSpPr>
        <p:spPr>
          <a:xfrm>
            <a:off x="6338113" y="3558471"/>
            <a:ext cx="5596438" cy="10048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dirty="0">
                <a:solidFill>
                  <a:srgbClr val="000000"/>
                </a:solidFill>
                <a:ea typeface="+mn-lt"/>
                <a:cs typeface="+mn-lt"/>
              </a:rPr>
              <a:t>Reject if </a:t>
            </a:r>
            <a:r>
              <a:rPr lang="en-GB" sz="2000" dirty="0" err="1">
                <a:solidFill>
                  <a:srgbClr val="000000"/>
                </a:solidFill>
                <a:ea typeface="+mn-lt"/>
                <a:cs typeface="+mn-lt"/>
              </a:rPr>
              <a:t>orderDate</a:t>
            </a:r>
            <a:r>
              <a:rPr lang="en-GB" sz="2000" dirty="0">
                <a:solidFill>
                  <a:srgbClr val="000000"/>
                </a:solidFill>
                <a:ea typeface="+mn-lt"/>
                <a:cs typeface="+mn-lt"/>
              </a:rPr>
              <a:t> &gt; required/shipped; Fix NULLs → required = </a:t>
            </a:r>
            <a:r>
              <a:rPr lang="en-GB" sz="2000" dirty="0" err="1">
                <a:solidFill>
                  <a:srgbClr val="000000"/>
                </a:solidFill>
                <a:ea typeface="+mn-lt"/>
                <a:cs typeface="+mn-lt"/>
              </a:rPr>
              <a:t>orderDate</a:t>
            </a:r>
            <a:r>
              <a:rPr lang="en-GB" sz="2000" dirty="0">
                <a:solidFill>
                  <a:srgbClr val="000000"/>
                </a:solidFill>
                <a:ea typeface="+mn-lt"/>
                <a:cs typeface="+mn-lt"/>
              </a:rPr>
              <a:t> + 7, shipped = +2</a:t>
            </a:r>
            <a:endParaRPr lang="en-US" sz="1600" dirty="0"/>
          </a:p>
        </p:txBody>
      </p:sp>
      <p:sp>
        <p:nvSpPr>
          <p:cNvPr id="65" name="Rectangle 64">
            <a:extLst>
              <a:ext uri="{FF2B5EF4-FFF2-40B4-BE49-F238E27FC236}">
                <a16:creationId xmlns:a16="http://schemas.microsoft.com/office/drawing/2014/main" id="{4A56720A-9C97-3DCA-FBB1-82B5946BD9C2}"/>
              </a:ext>
            </a:extLst>
          </p:cNvPr>
          <p:cNvSpPr/>
          <p:nvPr/>
        </p:nvSpPr>
        <p:spPr>
          <a:xfrm>
            <a:off x="6324861" y="4660611"/>
            <a:ext cx="5596438" cy="10048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baseline="0" dirty="0">
                <a:solidFill>
                  <a:srgbClr val="000000"/>
                </a:solidFill>
                <a:ea typeface="+mn-lt"/>
                <a:cs typeface="+mn-lt"/>
              </a:rPr>
              <a:t>Reject if </a:t>
            </a:r>
            <a:r>
              <a:rPr lang="en-GB" sz="2000" dirty="0">
                <a:solidFill>
                  <a:srgbClr val="000000"/>
                </a:solidFill>
                <a:ea typeface="+mn-lt"/>
                <a:cs typeface="+mn-lt"/>
              </a:rPr>
              <a:t>NULL or </a:t>
            </a:r>
            <a:r>
              <a:rPr lang="en-GB" sz="2000" baseline="0" dirty="0">
                <a:solidFill>
                  <a:srgbClr val="000000"/>
                </a:solidFill>
                <a:ea typeface="+mn-lt"/>
                <a:cs typeface="+mn-lt"/>
              </a:rPr>
              <a:t>less than</a:t>
            </a:r>
            <a:r>
              <a:rPr lang="en-GB" sz="2000" dirty="0">
                <a:solidFill>
                  <a:srgbClr val="000000"/>
                </a:solidFill>
                <a:ea typeface="+mn-lt"/>
                <a:cs typeface="+mn-lt"/>
              </a:rPr>
              <a:t> 0</a:t>
            </a:r>
            <a:endParaRPr lang="en-US" sz="1600" dirty="0"/>
          </a:p>
        </p:txBody>
      </p:sp>
      <p:sp>
        <p:nvSpPr>
          <p:cNvPr id="70" name="Rectangle 69">
            <a:extLst>
              <a:ext uri="{FF2B5EF4-FFF2-40B4-BE49-F238E27FC236}">
                <a16:creationId xmlns:a16="http://schemas.microsoft.com/office/drawing/2014/main" id="{3ED9AE66-BC73-7BE7-2C31-334B4E99CD66}"/>
              </a:ext>
            </a:extLst>
          </p:cNvPr>
          <p:cNvSpPr/>
          <p:nvPr/>
        </p:nvSpPr>
        <p:spPr>
          <a:xfrm>
            <a:off x="6313817" y="5742872"/>
            <a:ext cx="5596438" cy="10048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dirty="0">
                <a:solidFill>
                  <a:srgbClr val="000000"/>
                </a:solidFill>
                <a:ea typeface="+mn-lt"/>
                <a:cs typeface="+mn-lt"/>
              </a:rPr>
              <a:t>Fix inconsistent formatting to standard→ "USA" (e.g. US, UNITED STATES → USA)</a:t>
            </a:r>
            <a:endParaRPr lang="en" sz="2000" dirty="0">
              <a:solidFill>
                <a:srgbClr val="000000"/>
              </a:solidFill>
              <a:ea typeface="+mn-lt"/>
              <a:cs typeface="+mn-lt"/>
            </a:endParaRPr>
          </a:p>
        </p:txBody>
      </p:sp>
      <p:sp>
        <p:nvSpPr>
          <p:cNvPr id="9" name="Rectangle 8">
            <a:extLst>
              <a:ext uri="{FF2B5EF4-FFF2-40B4-BE49-F238E27FC236}">
                <a16:creationId xmlns:a16="http://schemas.microsoft.com/office/drawing/2014/main" id="{A567A182-3F8F-B161-F561-C7E5E9D502D8}"/>
              </a:ext>
            </a:extLst>
          </p:cNvPr>
          <p:cNvSpPr/>
          <p:nvPr/>
        </p:nvSpPr>
        <p:spPr>
          <a:xfrm>
            <a:off x="2291153" y="638998"/>
            <a:ext cx="4084533" cy="62940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800" b="1" dirty="0">
                <a:solidFill>
                  <a:schemeClr val="tx1"/>
                </a:solidFill>
                <a:latin typeface="Calibri"/>
                <a:ea typeface="Calibri"/>
                <a:cs typeface="Calibri"/>
              </a:rPr>
              <a:t>Description</a:t>
            </a:r>
            <a:endParaRPr lang="en" sz="2800" dirty="0">
              <a:solidFill>
                <a:schemeClr val="tx1"/>
              </a:solidFill>
              <a:latin typeface="Calibri"/>
              <a:ea typeface="Calibri"/>
              <a:cs typeface="Calibri"/>
            </a:endParaRPr>
          </a:p>
        </p:txBody>
      </p:sp>
      <p:sp>
        <p:nvSpPr>
          <p:cNvPr id="3" name="TextBox 2">
            <a:extLst>
              <a:ext uri="{FF2B5EF4-FFF2-40B4-BE49-F238E27FC236}">
                <a16:creationId xmlns:a16="http://schemas.microsoft.com/office/drawing/2014/main" id="{E79624AA-E723-43D2-124C-D5A7505FA341}"/>
              </a:ext>
            </a:extLst>
          </p:cNvPr>
          <p:cNvSpPr txBox="1"/>
          <p:nvPr/>
        </p:nvSpPr>
        <p:spPr>
          <a:xfrm>
            <a:off x="-28161" y="-5077"/>
            <a:ext cx="1220434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ea typeface="Calibri"/>
                <a:cs typeface="Calibri"/>
              </a:rPr>
              <a:t>Data Quality – </a:t>
            </a:r>
            <a:r>
              <a:rPr lang="en-US" sz="3600" i="1" dirty="0">
                <a:ea typeface="Calibri"/>
                <a:cs typeface="Calibri"/>
              </a:rPr>
              <a:t>Rule 6 to 10</a:t>
            </a:r>
          </a:p>
        </p:txBody>
      </p:sp>
      <p:sp>
        <p:nvSpPr>
          <p:cNvPr id="4" name="Rectangle 3">
            <a:extLst>
              <a:ext uri="{FF2B5EF4-FFF2-40B4-BE49-F238E27FC236}">
                <a16:creationId xmlns:a16="http://schemas.microsoft.com/office/drawing/2014/main" id="{C2F2DB39-EDF1-29E6-D0BE-23AEC88B0D89}"/>
              </a:ext>
            </a:extLst>
          </p:cNvPr>
          <p:cNvSpPr/>
          <p:nvPr/>
        </p:nvSpPr>
        <p:spPr>
          <a:xfrm>
            <a:off x="236630" y="638998"/>
            <a:ext cx="2071454" cy="62940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solidFill>
                  <a:schemeClr val="tx1"/>
                </a:solidFill>
                <a:latin typeface="Calibri"/>
                <a:ea typeface="Calibri"/>
                <a:cs typeface="Calibri"/>
              </a:rPr>
              <a:t>Rule No.</a:t>
            </a:r>
          </a:p>
        </p:txBody>
      </p:sp>
      <p:sp>
        <p:nvSpPr>
          <p:cNvPr id="45" name="Rectangle 44">
            <a:extLst>
              <a:ext uri="{FF2B5EF4-FFF2-40B4-BE49-F238E27FC236}">
                <a16:creationId xmlns:a16="http://schemas.microsoft.com/office/drawing/2014/main" id="{C69D27C1-46D2-E4D3-651E-8AFC4F6ACCCA}"/>
              </a:ext>
            </a:extLst>
          </p:cNvPr>
          <p:cNvSpPr/>
          <p:nvPr/>
        </p:nvSpPr>
        <p:spPr>
          <a:xfrm>
            <a:off x="2280109" y="1334737"/>
            <a:ext cx="4084533" cy="10048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dirty="0" err="1">
                <a:solidFill>
                  <a:schemeClr val="tx1"/>
                </a:solidFill>
                <a:latin typeface="Consolas"/>
                <a:ea typeface="+mn-lt"/>
                <a:cs typeface="+mn-lt"/>
              </a:rPr>
              <a:t>productCode</a:t>
            </a:r>
            <a:r>
              <a:rPr lang="en-GB" sz="2000" dirty="0">
                <a:solidFill>
                  <a:schemeClr val="tx1"/>
                </a:solidFill>
                <a:ea typeface="+mn-lt"/>
                <a:cs typeface="+mn-lt"/>
              </a:rPr>
              <a:t> in  OrderDetails</a:t>
            </a:r>
            <a:endParaRPr lang="en-US" sz="1600" dirty="0">
              <a:solidFill>
                <a:schemeClr val="tx1"/>
              </a:solidFill>
            </a:endParaRPr>
          </a:p>
        </p:txBody>
      </p:sp>
      <p:sp>
        <p:nvSpPr>
          <p:cNvPr id="46" name="Rectangle 45">
            <a:extLst>
              <a:ext uri="{FF2B5EF4-FFF2-40B4-BE49-F238E27FC236}">
                <a16:creationId xmlns:a16="http://schemas.microsoft.com/office/drawing/2014/main" id="{334DA965-80BC-7E11-EEA4-F3138B651ABF}"/>
              </a:ext>
            </a:extLst>
          </p:cNvPr>
          <p:cNvSpPr/>
          <p:nvPr/>
        </p:nvSpPr>
        <p:spPr>
          <a:xfrm>
            <a:off x="225586" y="1334737"/>
            <a:ext cx="2071454" cy="10048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solidFill>
                  <a:schemeClr val="tx1"/>
                </a:solidFill>
                <a:latin typeface="Calibri"/>
                <a:ea typeface="Calibri"/>
                <a:cs typeface="Calibri"/>
              </a:rPr>
              <a:t>6</a:t>
            </a:r>
          </a:p>
        </p:txBody>
      </p:sp>
      <p:sp>
        <p:nvSpPr>
          <p:cNvPr id="52" name="Rectangle 51">
            <a:extLst>
              <a:ext uri="{FF2B5EF4-FFF2-40B4-BE49-F238E27FC236}">
                <a16:creationId xmlns:a16="http://schemas.microsoft.com/office/drawing/2014/main" id="{5584C556-4911-C548-D80E-642844FD6D0A}"/>
              </a:ext>
            </a:extLst>
          </p:cNvPr>
          <p:cNvSpPr/>
          <p:nvPr/>
        </p:nvSpPr>
        <p:spPr>
          <a:xfrm>
            <a:off x="2277900" y="2436876"/>
            <a:ext cx="4084533" cy="10048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dirty="0" err="1">
                <a:solidFill>
                  <a:srgbClr val="000000"/>
                </a:solidFill>
                <a:latin typeface="Consolas"/>
              </a:rPr>
              <a:t>customerNumber</a:t>
            </a:r>
            <a:r>
              <a:rPr lang="en-GB" sz="2000" dirty="0">
                <a:solidFill>
                  <a:srgbClr val="000000"/>
                </a:solidFill>
                <a:ea typeface="+mn-lt"/>
                <a:cs typeface="+mn-lt"/>
              </a:rPr>
              <a:t>, </a:t>
            </a:r>
            <a:r>
              <a:rPr lang="en-GB" sz="2000" dirty="0" err="1">
                <a:solidFill>
                  <a:srgbClr val="000000"/>
                </a:solidFill>
                <a:ea typeface="+mn-lt"/>
                <a:cs typeface="+mn-lt"/>
              </a:rPr>
              <a:t>addressLine</a:t>
            </a:r>
            <a:r>
              <a:rPr lang="en-GB" sz="2000" dirty="0">
                <a:solidFill>
                  <a:srgbClr val="000000"/>
                </a:solidFill>
                <a:ea typeface="+mn-lt"/>
                <a:cs typeface="+mn-lt"/>
              </a:rPr>
              <a:t>, city </a:t>
            </a:r>
            <a:r>
              <a:rPr lang="en-GB" sz="2000" baseline="0" dirty="0">
                <a:solidFill>
                  <a:srgbClr val="000000"/>
                </a:solidFill>
                <a:ea typeface="+mn-lt"/>
                <a:cs typeface="+mn-lt"/>
              </a:rPr>
              <a:t>in </a:t>
            </a:r>
            <a:r>
              <a:rPr lang="en-GB" sz="2000" dirty="0">
                <a:solidFill>
                  <a:srgbClr val="000000"/>
                </a:solidFill>
                <a:ea typeface="+mn-lt"/>
                <a:cs typeface="+mn-lt"/>
              </a:rPr>
              <a:t>Customers</a:t>
            </a:r>
            <a:endParaRPr lang="en-US" sz="1600" dirty="0"/>
          </a:p>
        </p:txBody>
      </p:sp>
      <p:sp>
        <p:nvSpPr>
          <p:cNvPr id="53" name="Rectangle 52">
            <a:extLst>
              <a:ext uri="{FF2B5EF4-FFF2-40B4-BE49-F238E27FC236}">
                <a16:creationId xmlns:a16="http://schemas.microsoft.com/office/drawing/2014/main" id="{294386BC-7D11-C359-7857-1DDECBA4466E}"/>
              </a:ext>
            </a:extLst>
          </p:cNvPr>
          <p:cNvSpPr/>
          <p:nvPr/>
        </p:nvSpPr>
        <p:spPr>
          <a:xfrm>
            <a:off x="214542" y="2428041"/>
            <a:ext cx="2071454" cy="10048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solidFill>
                  <a:schemeClr val="tx1"/>
                </a:solidFill>
                <a:latin typeface="Calibri"/>
                <a:ea typeface="Calibri"/>
                <a:cs typeface="Calibri"/>
              </a:rPr>
              <a:t>7</a:t>
            </a:r>
          </a:p>
        </p:txBody>
      </p:sp>
      <p:sp>
        <p:nvSpPr>
          <p:cNvPr id="57" name="Rectangle 56">
            <a:extLst>
              <a:ext uri="{FF2B5EF4-FFF2-40B4-BE49-F238E27FC236}">
                <a16:creationId xmlns:a16="http://schemas.microsoft.com/office/drawing/2014/main" id="{24A0DE24-482E-6473-3386-7EA305A293B4}"/>
              </a:ext>
            </a:extLst>
          </p:cNvPr>
          <p:cNvSpPr/>
          <p:nvPr/>
        </p:nvSpPr>
        <p:spPr>
          <a:xfrm>
            <a:off x="2266857" y="3552266"/>
            <a:ext cx="4084533" cy="10048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dirty="0" err="1">
                <a:solidFill>
                  <a:srgbClr val="000000"/>
                </a:solidFill>
                <a:latin typeface="Consolas"/>
              </a:rPr>
              <a:t>requiredDate</a:t>
            </a:r>
            <a:r>
              <a:rPr lang="en-GB" sz="2000" dirty="0">
                <a:solidFill>
                  <a:srgbClr val="000000"/>
                </a:solidFill>
                <a:ea typeface="+mn-lt"/>
                <a:cs typeface="+mn-lt"/>
              </a:rPr>
              <a:t>, </a:t>
            </a:r>
            <a:r>
              <a:rPr lang="en-GB" sz="2000" dirty="0" err="1">
                <a:solidFill>
                  <a:srgbClr val="000000"/>
                </a:solidFill>
                <a:latin typeface="Consolas"/>
              </a:rPr>
              <a:t>shippedDate</a:t>
            </a:r>
            <a:r>
              <a:rPr lang="en-GB" sz="2000" dirty="0">
                <a:solidFill>
                  <a:srgbClr val="000000"/>
                </a:solidFill>
                <a:ea typeface="+mn-lt"/>
                <a:cs typeface="+mn-lt"/>
              </a:rPr>
              <a:t> </a:t>
            </a:r>
            <a:r>
              <a:rPr lang="en-GB" sz="2000" baseline="0" dirty="0">
                <a:solidFill>
                  <a:srgbClr val="000000"/>
                </a:solidFill>
                <a:ea typeface="+mn-lt"/>
                <a:cs typeface="+mn-lt"/>
              </a:rPr>
              <a:t>in </a:t>
            </a:r>
            <a:r>
              <a:rPr lang="en-GB" sz="2000" dirty="0">
                <a:solidFill>
                  <a:srgbClr val="000000"/>
                </a:solidFill>
                <a:ea typeface="+mn-lt"/>
                <a:cs typeface="+mn-lt"/>
              </a:rPr>
              <a:t>Orders</a:t>
            </a:r>
            <a:endParaRPr lang="en-US" sz="1600" dirty="0"/>
          </a:p>
        </p:txBody>
      </p:sp>
      <p:sp>
        <p:nvSpPr>
          <p:cNvPr id="58" name="Rectangle 57">
            <a:extLst>
              <a:ext uri="{FF2B5EF4-FFF2-40B4-BE49-F238E27FC236}">
                <a16:creationId xmlns:a16="http://schemas.microsoft.com/office/drawing/2014/main" id="{E7EA5FA6-7955-BE0C-EA5E-7BCCE9C64175}"/>
              </a:ext>
            </a:extLst>
          </p:cNvPr>
          <p:cNvSpPr/>
          <p:nvPr/>
        </p:nvSpPr>
        <p:spPr>
          <a:xfrm>
            <a:off x="203499" y="3543431"/>
            <a:ext cx="2071454" cy="10048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solidFill>
                  <a:schemeClr val="tx1"/>
                </a:solidFill>
                <a:latin typeface="Calibri"/>
                <a:ea typeface="Calibri"/>
                <a:cs typeface="Calibri"/>
              </a:rPr>
              <a:t>8</a:t>
            </a:r>
          </a:p>
        </p:txBody>
      </p:sp>
      <p:sp>
        <p:nvSpPr>
          <p:cNvPr id="62" name="Rectangle 61">
            <a:extLst>
              <a:ext uri="{FF2B5EF4-FFF2-40B4-BE49-F238E27FC236}">
                <a16:creationId xmlns:a16="http://schemas.microsoft.com/office/drawing/2014/main" id="{69069C83-2E87-48B0-0448-84624E2FF6C2}"/>
              </a:ext>
            </a:extLst>
          </p:cNvPr>
          <p:cNvSpPr/>
          <p:nvPr/>
        </p:nvSpPr>
        <p:spPr>
          <a:xfrm>
            <a:off x="2253605" y="4654406"/>
            <a:ext cx="4084533" cy="10048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dirty="0">
                <a:solidFill>
                  <a:srgbClr val="000000"/>
                </a:solidFill>
                <a:latin typeface="Consolas"/>
              </a:rPr>
              <a:t>amount</a:t>
            </a:r>
            <a:r>
              <a:rPr lang="en-GB" sz="2000" dirty="0">
                <a:solidFill>
                  <a:srgbClr val="000000"/>
                </a:solidFill>
                <a:ea typeface="+mn-lt"/>
                <a:cs typeface="+mn-lt"/>
              </a:rPr>
              <a:t> </a:t>
            </a:r>
            <a:r>
              <a:rPr lang="en-GB" sz="2000" baseline="0" dirty="0">
                <a:solidFill>
                  <a:srgbClr val="000000"/>
                </a:solidFill>
                <a:ea typeface="+mn-lt"/>
                <a:cs typeface="+mn-lt"/>
              </a:rPr>
              <a:t>in </a:t>
            </a:r>
            <a:r>
              <a:rPr lang="en-GB" sz="2000" dirty="0">
                <a:solidFill>
                  <a:srgbClr val="000000"/>
                </a:solidFill>
                <a:ea typeface="+mn-lt"/>
                <a:cs typeface="+mn-lt"/>
              </a:rPr>
              <a:t>Payment</a:t>
            </a:r>
            <a:endParaRPr lang="en-US" sz="1600" dirty="0"/>
          </a:p>
        </p:txBody>
      </p:sp>
      <p:sp>
        <p:nvSpPr>
          <p:cNvPr id="63" name="Rectangle 62">
            <a:extLst>
              <a:ext uri="{FF2B5EF4-FFF2-40B4-BE49-F238E27FC236}">
                <a16:creationId xmlns:a16="http://schemas.microsoft.com/office/drawing/2014/main" id="{E2C0C7E8-C6DF-A296-49E5-49D6DD222609}"/>
              </a:ext>
            </a:extLst>
          </p:cNvPr>
          <p:cNvSpPr/>
          <p:nvPr/>
        </p:nvSpPr>
        <p:spPr>
          <a:xfrm>
            <a:off x="192455" y="4658823"/>
            <a:ext cx="2071454" cy="10048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solidFill>
                  <a:schemeClr val="tx1"/>
                </a:solidFill>
                <a:latin typeface="Calibri"/>
                <a:ea typeface="Calibri"/>
                <a:cs typeface="Calibri"/>
              </a:rPr>
              <a:t>9</a:t>
            </a:r>
          </a:p>
        </p:txBody>
      </p:sp>
      <p:sp>
        <p:nvSpPr>
          <p:cNvPr id="67" name="Rectangle 66">
            <a:extLst>
              <a:ext uri="{FF2B5EF4-FFF2-40B4-BE49-F238E27FC236}">
                <a16:creationId xmlns:a16="http://schemas.microsoft.com/office/drawing/2014/main" id="{CE327484-FEF7-89C5-3CE2-75ADE962F386}"/>
              </a:ext>
            </a:extLst>
          </p:cNvPr>
          <p:cNvSpPr/>
          <p:nvPr/>
        </p:nvSpPr>
        <p:spPr>
          <a:xfrm>
            <a:off x="2242561" y="5736667"/>
            <a:ext cx="4084533" cy="10048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2000" baseline="0">
                <a:solidFill>
                  <a:srgbClr val="000000"/>
                </a:solidFill>
                <a:latin typeface="Consolas"/>
              </a:rPr>
              <a:t>Country</a:t>
            </a:r>
            <a:r>
              <a:rPr lang="en-GB" sz="2000" baseline="0">
                <a:solidFill>
                  <a:srgbClr val="000000"/>
                </a:solidFill>
                <a:latin typeface="Aptos"/>
              </a:rPr>
              <a:t> in Customers &amp; Offices</a:t>
            </a:r>
            <a:r>
              <a:rPr lang="en-GB" sz="2000">
                <a:solidFill>
                  <a:srgbClr val="000000"/>
                </a:solidFill>
                <a:latin typeface="Aptos"/>
                <a:ea typeface="Aptos"/>
                <a:cs typeface="Aptos"/>
              </a:rPr>
              <a:t>​</a:t>
            </a:r>
            <a:endParaRPr lang="en" sz="1600" dirty="0">
              <a:solidFill>
                <a:srgbClr val="000000"/>
              </a:solidFill>
              <a:ea typeface="+mn-lt"/>
              <a:cs typeface="+mn-lt"/>
            </a:endParaRPr>
          </a:p>
        </p:txBody>
      </p:sp>
      <p:sp>
        <p:nvSpPr>
          <p:cNvPr id="68" name="Rectangle 67">
            <a:extLst>
              <a:ext uri="{FF2B5EF4-FFF2-40B4-BE49-F238E27FC236}">
                <a16:creationId xmlns:a16="http://schemas.microsoft.com/office/drawing/2014/main" id="{C4BFA29C-E3C4-EAE1-7088-A7656EDE8AF0}"/>
              </a:ext>
            </a:extLst>
          </p:cNvPr>
          <p:cNvSpPr/>
          <p:nvPr/>
        </p:nvSpPr>
        <p:spPr>
          <a:xfrm>
            <a:off x="192455" y="5730040"/>
            <a:ext cx="2093541" cy="10048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solidFill>
                  <a:schemeClr val="tx1"/>
                </a:solidFill>
                <a:latin typeface="Calibri"/>
                <a:ea typeface="Calibri"/>
                <a:cs typeface="Calibri"/>
              </a:rPr>
              <a:t>10</a:t>
            </a:r>
          </a:p>
        </p:txBody>
      </p:sp>
      <p:cxnSp>
        <p:nvCxnSpPr>
          <p:cNvPr id="22" name="Straight Arrow Connector 21">
            <a:extLst>
              <a:ext uri="{FF2B5EF4-FFF2-40B4-BE49-F238E27FC236}">
                <a16:creationId xmlns:a16="http://schemas.microsoft.com/office/drawing/2014/main" id="{F813A599-AB58-E4FF-1176-F78B3A409F72}"/>
              </a:ext>
            </a:extLst>
          </p:cNvPr>
          <p:cNvCxnSpPr>
            <a:cxnSpLocks/>
          </p:cNvCxnSpPr>
          <p:nvPr/>
        </p:nvCxnSpPr>
        <p:spPr>
          <a:xfrm flipH="1">
            <a:off x="2275071" y="641831"/>
            <a:ext cx="18714" cy="6078376"/>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AC972536-1246-D9E2-F925-1897BCE742C5}"/>
              </a:ext>
            </a:extLst>
          </p:cNvPr>
          <p:cNvCxnSpPr/>
          <p:nvPr/>
        </p:nvCxnSpPr>
        <p:spPr>
          <a:xfrm flipH="1">
            <a:off x="6318874" y="629341"/>
            <a:ext cx="46050" cy="6103359"/>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05ACCA53-943F-CC1E-D3E6-AC2C8F436AAE}"/>
              </a:ext>
            </a:extLst>
          </p:cNvPr>
          <p:cNvSpPr/>
          <p:nvPr/>
        </p:nvSpPr>
        <p:spPr>
          <a:xfrm>
            <a:off x="-3753" y="0"/>
            <a:ext cx="262471" cy="68543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2341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anim calcmode="lin" valueType="num">
                                      <p:cBhvr additive="base">
                                        <p:cTn id="19" dur="500" fill="hold"/>
                                        <p:tgtEl>
                                          <p:spTgt spid="45"/>
                                        </p:tgtEl>
                                        <p:attrNameLst>
                                          <p:attrName>ppt_x</p:attrName>
                                        </p:attrNameLst>
                                      </p:cBhvr>
                                      <p:tavLst>
                                        <p:tav tm="0">
                                          <p:val>
                                            <p:strVal val="0-#ppt_w/2"/>
                                          </p:val>
                                        </p:tav>
                                        <p:tav tm="100000">
                                          <p:val>
                                            <p:strVal val="#ppt_x"/>
                                          </p:val>
                                        </p:tav>
                                      </p:tavLst>
                                    </p:anim>
                                    <p:anim calcmode="lin" valueType="num">
                                      <p:cBhvr additive="base">
                                        <p:cTn id="20"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8"/>
                                        </p:tgtEl>
                                        <p:attrNameLst>
                                          <p:attrName>style.visibility</p:attrName>
                                        </p:attrNameLst>
                                      </p:cBhvr>
                                      <p:to>
                                        <p:strVal val="visible"/>
                                      </p:to>
                                    </p:set>
                                    <p:anim calcmode="lin" valueType="num">
                                      <p:cBhvr additive="base">
                                        <p:cTn id="25" dur="500" fill="hold"/>
                                        <p:tgtEl>
                                          <p:spTgt spid="48"/>
                                        </p:tgtEl>
                                        <p:attrNameLst>
                                          <p:attrName>ppt_x</p:attrName>
                                        </p:attrNameLst>
                                      </p:cBhvr>
                                      <p:tavLst>
                                        <p:tav tm="0">
                                          <p:val>
                                            <p:strVal val="0-#ppt_w/2"/>
                                          </p:val>
                                        </p:tav>
                                        <p:tav tm="100000">
                                          <p:val>
                                            <p:strVal val="#ppt_x"/>
                                          </p:val>
                                        </p:tav>
                                      </p:tavLst>
                                    </p:anim>
                                    <p:anim calcmode="lin" valueType="num">
                                      <p:cBhvr additive="base">
                                        <p:cTn id="26"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2"/>
                                        </p:tgtEl>
                                        <p:attrNameLst>
                                          <p:attrName>style.visibility</p:attrName>
                                        </p:attrNameLst>
                                      </p:cBhvr>
                                      <p:to>
                                        <p:strVal val="visible"/>
                                      </p:to>
                                    </p:set>
                                    <p:anim calcmode="lin" valueType="num">
                                      <p:cBhvr additive="base">
                                        <p:cTn id="31" dur="500" fill="hold"/>
                                        <p:tgtEl>
                                          <p:spTgt spid="52"/>
                                        </p:tgtEl>
                                        <p:attrNameLst>
                                          <p:attrName>ppt_x</p:attrName>
                                        </p:attrNameLst>
                                      </p:cBhvr>
                                      <p:tavLst>
                                        <p:tav tm="0">
                                          <p:val>
                                            <p:strVal val="0-#ppt_w/2"/>
                                          </p:val>
                                        </p:tav>
                                        <p:tav tm="100000">
                                          <p:val>
                                            <p:strVal val="#ppt_x"/>
                                          </p:val>
                                        </p:tav>
                                      </p:tavLst>
                                    </p:anim>
                                    <p:anim calcmode="lin" valueType="num">
                                      <p:cBhvr additive="base">
                                        <p:cTn id="32" dur="500" fill="hold"/>
                                        <p:tgtEl>
                                          <p:spTgt spid="5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5"/>
                                        </p:tgtEl>
                                        <p:attrNameLst>
                                          <p:attrName>style.visibility</p:attrName>
                                        </p:attrNameLst>
                                      </p:cBhvr>
                                      <p:to>
                                        <p:strVal val="visible"/>
                                      </p:to>
                                    </p:set>
                                    <p:anim calcmode="lin" valueType="num">
                                      <p:cBhvr additive="base">
                                        <p:cTn id="37" dur="500" fill="hold"/>
                                        <p:tgtEl>
                                          <p:spTgt spid="55"/>
                                        </p:tgtEl>
                                        <p:attrNameLst>
                                          <p:attrName>ppt_x</p:attrName>
                                        </p:attrNameLst>
                                      </p:cBhvr>
                                      <p:tavLst>
                                        <p:tav tm="0">
                                          <p:val>
                                            <p:strVal val="0-#ppt_w/2"/>
                                          </p:val>
                                        </p:tav>
                                        <p:tav tm="100000">
                                          <p:val>
                                            <p:strVal val="#ppt_x"/>
                                          </p:val>
                                        </p:tav>
                                      </p:tavLst>
                                    </p:anim>
                                    <p:anim calcmode="lin" valueType="num">
                                      <p:cBhvr additive="base">
                                        <p:cTn id="38" dur="500" fill="hold"/>
                                        <p:tgtEl>
                                          <p:spTgt spid="5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57"/>
                                        </p:tgtEl>
                                        <p:attrNameLst>
                                          <p:attrName>style.visibility</p:attrName>
                                        </p:attrNameLst>
                                      </p:cBhvr>
                                      <p:to>
                                        <p:strVal val="visible"/>
                                      </p:to>
                                    </p:set>
                                    <p:anim calcmode="lin" valueType="num">
                                      <p:cBhvr additive="base">
                                        <p:cTn id="43" dur="500" fill="hold"/>
                                        <p:tgtEl>
                                          <p:spTgt spid="57"/>
                                        </p:tgtEl>
                                        <p:attrNameLst>
                                          <p:attrName>ppt_x</p:attrName>
                                        </p:attrNameLst>
                                      </p:cBhvr>
                                      <p:tavLst>
                                        <p:tav tm="0">
                                          <p:val>
                                            <p:strVal val="0-#ppt_w/2"/>
                                          </p:val>
                                        </p:tav>
                                        <p:tav tm="100000">
                                          <p:val>
                                            <p:strVal val="#ppt_x"/>
                                          </p:val>
                                        </p:tav>
                                      </p:tavLst>
                                    </p:anim>
                                    <p:anim calcmode="lin" valueType="num">
                                      <p:cBhvr additive="base">
                                        <p:cTn id="44" dur="500" fill="hold"/>
                                        <p:tgtEl>
                                          <p:spTgt spid="57"/>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60"/>
                                        </p:tgtEl>
                                        <p:attrNameLst>
                                          <p:attrName>style.visibility</p:attrName>
                                        </p:attrNameLst>
                                      </p:cBhvr>
                                      <p:to>
                                        <p:strVal val="visible"/>
                                      </p:to>
                                    </p:set>
                                    <p:anim calcmode="lin" valueType="num">
                                      <p:cBhvr additive="base">
                                        <p:cTn id="49" dur="500" fill="hold"/>
                                        <p:tgtEl>
                                          <p:spTgt spid="60"/>
                                        </p:tgtEl>
                                        <p:attrNameLst>
                                          <p:attrName>ppt_x</p:attrName>
                                        </p:attrNameLst>
                                      </p:cBhvr>
                                      <p:tavLst>
                                        <p:tav tm="0">
                                          <p:val>
                                            <p:strVal val="0-#ppt_w/2"/>
                                          </p:val>
                                        </p:tav>
                                        <p:tav tm="100000">
                                          <p:val>
                                            <p:strVal val="#ppt_x"/>
                                          </p:val>
                                        </p:tav>
                                      </p:tavLst>
                                    </p:anim>
                                    <p:anim calcmode="lin" valueType="num">
                                      <p:cBhvr additive="base">
                                        <p:cTn id="50" dur="500" fill="hold"/>
                                        <p:tgtEl>
                                          <p:spTgt spid="60"/>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62"/>
                                        </p:tgtEl>
                                        <p:attrNameLst>
                                          <p:attrName>style.visibility</p:attrName>
                                        </p:attrNameLst>
                                      </p:cBhvr>
                                      <p:to>
                                        <p:strVal val="visible"/>
                                      </p:to>
                                    </p:set>
                                    <p:anim calcmode="lin" valueType="num">
                                      <p:cBhvr additive="base">
                                        <p:cTn id="55" dur="500" fill="hold"/>
                                        <p:tgtEl>
                                          <p:spTgt spid="62"/>
                                        </p:tgtEl>
                                        <p:attrNameLst>
                                          <p:attrName>ppt_x</p:attrName>
                                        </p:attrNameLst>
                                      </p:cBhvr>
                                      <p:tavLst>
                                        <p:tav tm="0">
                                          <p:val>
                                            <p:strVal val="0-#ppt_w/2"/>
                                          </p:val>
                                        </p:tav>
                                        <p:tav tm="100000">
                                          <p:val>
                                            <p:strVal val="#ppt_x"/>
                                          </p:val>
                                        </p:tav>
                                      </p:tavLst>
                                    </p:anim>
                                    <p:anim calcmode="lin" valueType="num">
                                      <p:cBhvr additive="base">
                                        <p:cTn id="56" dur="500" fill="hold"/>
                                        <p:tgtEl>
                                          <p:spTgt spid="62"/>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65"/>
                                        </p:tgtEl>
                                        <p:attrNameLst>
                                          <p:attrName>style.visibility</p:attrName>
                                        </p:attrNameLst>
                                      </p:cBhvr>
                                      <p:to>
                                        <p:strVal val="visible"/>
                                      </p:to>
                                    </p:set>
                                    <p:anim calcmode="lin" valueType="num">
                                      <p:cBhvr additive="base">
                                        <p:cTn id="61" dur="500" fill="hold"/>
                                        <p:tgtEl>
                                          <p:spTgt spid="65"/>
                                        </p:tgtEl>
                                        <p:attrNameLst>
                                          <p:attrName>ppt_x</p:attrName>
                                        </p:attrNameLst>
                                      </p:cBhvr>
                                      <p:tavLst>
                                        <p:tav tm="0">
                                          <p:val>
                                            <p:strVal val="0-#ppt_w/2"/>
                                          </p:val>
                                        </p:tav>
                                        <p:tav tm="100000">
                                          <p:val>
                                            <p:strVal val="#ppt_x"/>
                                          </p:val>
                                        </p:tav>
                                      </p:tavLst>
                                    </p:anim>
                                    <p:anim calcmode="lin" valueType="num">
                                      <p:cBhvr additive="base">
                                        <p:cTn id="62" dur="500" fill="hold"/>
                                        <p:tgtEl>
                                          <p:spTgt spid="65"/>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67"/>
                                        </p:tgtEl>
                                        <p:attrNameLst>
                                          <p:attrName>style.visibility</p:attrName>
                                        </p:attrNameLst>
                                      </p:cBhvr>
                                      <p:to>
                                        <p:strVal val="visible"/>
                                      </p:to>
                                    </p:set>
                                    <p:anim calcmode="lin" valueType="num">
                                      <p:cBhvr additive="base">
                                        <p:cTn id="67" dur="500" fill="hold"/>
                                        <p:tgtEl>
                                          <p:spTgt spid="67"/>
                                        </p:tgtEl>
                                        <p:attrNameLst>
                                          <p:attrName>ppt_x</p:attrName>
                                        </p:attrNameLst>
                                      </p:cBhvr>
                                      <p:tavLst>
                                        <p:tav tm="0">
                                          <p:val>
                                            <p:strVal val="0-#ppt_w/2"/>
                                          </p:val>
                                        </p:tav>
                                        <p:tav tm="100000">
                                          <p:val>
                                            <p:strVal val="#ppt_x"/>
                                          </p:val>
                                        </p:tav>
                                      </p:tavLst>
                                    </p:anim>
                                    <p:anim calcmode="lin" valueType="num">
                                      <p:cBhvr additive="base">
                                        <p:cTn id="68" dur="500" fill="hold"/>
                                        <p:tgtEl>
                                          <p:spTgt spid="67"/>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70"/>
                                        </p:tgtEl>
                                        <p:attrNameLst>
                                          <p:attrName>style.visibility</p:attrName>
                                        </p:attrNameLst>
                                      </p:cBhvr>
                                      <p:to>
                                        <p:strVal val="visible"/>
                                      </p:to>
                                    </p:set>
                                    <p:anim calcmode="lin" valueType="num">
                                      <p:cBhvr additive="base">
                                        <p:cTn id="73" dur="500" fill="hold"/>
                                        <p:tgtEl>
                                          <p:spTgt spid="70"/>
                                        </p:tgtEl>
                                        <p:attrNameLst>
                                          <p:attrName>ppt_x</p:attrName>
                                        </p:attrNameLst>
                                      </p:cBhvr>
                                      <p:tavLst>
                                        <p:tav tm="0">
                                          <p:val>
                                            <p:strVal val="0-#ppt_w/2"/>
                                          </p:val>
                                        </p:tav>
                                        <p:tav tm="100000">
                                          <p:val>
                                            <p:strVal val="#ppt_x"/>
                                          </p:val>
                                        </p:tav>
                                      </p:tavLst>
                                    </p:anim>
                                    <p:anim calcmode="lin" valueType="num">
                                      <p:cBhvr additive="base">
                                        <p:cTn id="74" dur="500" fill="hold"/>
                                        <p:tgtEl>
                                          <p:spTgt spid="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8" grpId="0" animBg="1"/>
      <p:bldP spid="55" grpId="0" animBg="1"/>
      <p:bldP spid="60" grpId="0" animBg="1"/>
      <p:bldP spid="65" grpId="0" animBg="1"/>
      <p:bldP spid="70" grpId="0" animBg="1"/>
      <p:bldP spid="9" grpId="0" animBg="1"/>
      <p:bldP spid="45" grpId="0" animBg="1"/>
      <p:bldP spid="52" grpId="0" animBg="1"/>
      <p:bldP spid="57" grpId="0" animBg="1"/>
      <p:bldP spid="62" grpId="0" animBg="1"/>
      <p:bldP spid="6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1C291CA-9509-3E7B-10C6-0AEDD6AF13DC}"/>
              </a:ext>
            </a:extLst>
          </p:cNvPr>
          <p:cNvSpPr/>
          <p:nvPr/>
        </p:nvSpPr>
        <p:spPr>
          <a:xfrm>
            <a:off x="6079066" y="897708"/>
            <a:ext cx="5991900" cy="17921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 sz="2000" b="1" dirty="0">
                <a:solidFill>
                  <a:schemeClr val="tx1"/>
                </a:solidFill>
                <a:ea typeface="+mn-lt"/>
                <a:cs typeface="+mn-lt"/>
              </a:rPr>
              <a:t>Extract</a:t>
            </a:r>
            <a:endParaRPr lang="en" sz="2000" dirty="0">
              <a:solidFill>
                <a:schemeClr val="tx1"/>
              </a:solidFill>
              <a:ea typeface="Calibri"/>
              <a:cs typeface="Arial"/>
            </a:endParaRPr>
          </a:p>
          <a:p>
            <a:pPr marL="342900" indent="-342900">
              <a:buFont typeface="Wingdings"/>
              <a:buChar char="Ø"/>
            </a:pPr>
            <a:r>
              <a:rPr lang="en" sz="2000" dirty="0">
                <a:solidFill>
                  <a:schemeClr val="tx1"/>
                </a:solidFill>
                <a:ea typeface="+mn-lt"/>
                <a:cs typeface="+mn-lt"/>
              </a:rPr>
              <a:t>Collected data from operational systems</a:t>
            </a:r>
            <a:endParaRPr lang="en" sz="2000" dirty="0">
              <a:solidFill>
                <a:schemeClr val="tx1"/>
              </a:solidFill>
              <a:latin typeface="Aptos"/>
              <a:ea typeface="Calibri"/>
              <a:cs typeface="Arial"/>
            </a:endParaRPr>
          </a:p>
        </p:txBody>
      </p:sp>
      <p:sp>
        <p:nvSpPr>
          <p:cNvPr id="10" name="Rectangle 9">
            <a:extLst>
              <a:ext uri="{FF2B5EF4-FFF2-40B4-BE49-F238E27FC236}">
                <a16:creationId xmlns:a16="http://schemas.microsoft.com/office/drawing/2014/main" id="{9F89694B-53C6-ADE8-4F17-7C3B916F1C34}"/>
              </a:ext>
            </a:extLst>
          </p:cNvPr>
          <p:cNvSpPr/>
          <p:nvPr/>
        </p:nvSpPr>
        <p:spPr>
          <a:xfrm>
            <a:off x="6071668" y="2893477"/>
            <a:ext cx="5999298" cy="17921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 sz="2000" b="1" dirty="0">
                <a:solidFill>
                  <a:schemeClr val="tx1"/>
                </a:solidFill>
                <a:ea typeface="+mn-lt"/>
                <a:cs typeface="+mn-lt"/>
              </a:rPr>
              <a:t>Transform</a:t>
            </a:r>
            <a:endParaRPr lang="en-US" sz="2000" dirty="0">
              <a:solidFill>
                <a:schemeClr val="tx1"/>
              </a:solidFill>
              <a:ea typeface="+mn-lt"/>
              <a:cs typeface="+mn-lt"/>
            </a:endParaRPr>
          </a:p>
          <a:p>
            <a:pPr marL="342900" indent="-342900">
              <a:buFont typeface="Wingdings"/>
              <a:buChar char="Ø"/>
            </a:pPr>
            <a:r>
              <a:rPr lang="en" sz="2000">
                <a:solidFill>
                  <a:schemeClr val="tx1"/>
                </a:solidFill>
                <a:ea typeface="+mn-lt"/>
                <a:cs typeface="+mn-lt"/>
              </a:rPr>
              <a:t>Applied 10 business rules</a:t>
            </a:r>
            <a:endParaRPr lang="en-US" sz="2000">
              <a:solidFill>
                <a:schemeClr val="tx1"/>
              </a:solidFill>
              <a:ea typeface="+mn-lt"/>
              <a:cs typeface="+mn-lt"/>
            </a:endParaRPr>
          </a:p>
          <a:p>
            <a:pPr marL="342900" indent="-342900">
              <a:buFont typeface="Wingdings"/>
              <a:buChar char="Ø"/>
            </a:pPr>
            <a:r>
              <a:rPr lang="en" sz="2000" dirty="0">
                <a:solidFill>
                  <a:schemeClr val="tx1"/>
                </a:solidFill>
                <a:ea typeface="+mn-lt"/>
                <a:cs typeface="+mn-lt"/>
              </a:rPr>
              <a:t>Fixed or rejected invalid </a:t>
            </a:r>
            <a:r>
              <a:rPr lang="en" sz="2000">
                <a:solidFill>
                  <a:schemeClr val="tx1"/>
                </a:solidFill>
                <a:ea typeface="+mn-lt"/>
                <a:cs typeface="+mn-lt"/>
              </a:rPr>
              <a:t>records</a:t>
            </a:r>
            <a:endParaRPr lang="en-US" sz="2000">
              <a:solidFill>
                <a:schemeClr val="tx1"/>
              </a:solidFill>
              <a:ea typeface="+mn-lt"/>
              <a:cs typeface="+mn-lt"/>
            </a:endParaRPr>
          </a:p>
          <a:p>
            <a:pPr marL="342900" indent="-342900">
              <a:buFont typeface="Wingdings"/>
              <a:buChar char="Ø"/>
            </a:pPr>
            <a:r>
              <a:rPr lang="en" sz="2000" err="1">
                <a:solidFill>
                  <a:schemeClr val="tx1"/>
                </a:solidFill>
                <a:ea typeface="+mn-lt"/>
                <a:cs typeface="+mn-lt"/>
              </a:rPr>
              <a:t>Standardised</a:t>
            </a:r>
            <a:r>
              <a:rPr lang="en" sz="2000">
                <a:solidFill>
                  <a:schemeClr val="tx1"/>
                </a:solidFill>
                <a:ea typeface="+mn-lt"/>
                <a:cs typeface="+mn-lt"/>
              </a:rPr>
              <a:t> values (e.g. country format, dates)</a:t>
            </a:r>
            <a:endParaRPr lang="en-US" sz="2000">
              <a:solidFill>
                <a:schemeClr val="tx1"/>
              </a:solidFill>
            </a:endParaRPr>
          </a:p>
        </p:txBody>
      </p:sp>
      <p:sp>
        <p:nvSpPr>
          <p:cNvPr id="11" name="Rectangle 10">
            <a:extLst>
              <a:ext uri="{FF2B5EF4-FFF2-40B4-BE49-F238E27FC236}">
                <a16:creationId xmlns:a16="http://schemas.microsoft.com/office/drawing/2014/main" id="{7DB99B9F-81A1-7A2F-BD83-A0C473CE2F82}"/>
              </a:ext>
            </a:extLst>
          </p:cNvPr>
          <p:cNvSpPr/>
          <p:nvPr/>
        </p:nvSpPr>
        <p:spPr>
          <a:xfrm>
            <a:off x="6071668" y="4860423"/>
            <a:ext cx="5999298" cy="17921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 sz="2000" b="1" dirty="0">
                <a:solidFill>
                  <a:schemeClr val="tx1"/>
                </a:solidFill>
                <a:ea typeface="+mn-lt"/>
                <a:cs typeface="+mn-lt"/>
              </a:rPr>
              <a:t>Load</a:t>
            </a:r>
            <a:endParaRPr lang="en" sz="2000" dirty="0">
              <a:solidFill>
                <a:schemeClr val="tx1"/>
              </a:solidFill>
              <a:ea typeface="+mn-lt"/>
              <a:cs typeface="Arial"/>
            </a:endParaRPr>
          </a:p>
          <a:p>
            <a:pPr marL="342900" indent="-342900">
              <a:buFont typeface="Wingdings"/>
              <a:buChar char="Ø"/>
            </a:pPr>
            <a:r>
              <a:rPr lang="en" sz="2000" dirty="0">
                <a:solidFill>
                  <a:schemeClr val="tx1"/>
                </a:solidFill>
                <a:ea typeface="+mn-lt"/>
                <a:cs typeface="+mn-lt"/>
              </a:rPr>
              <a:t>Loaded only clean, validated data into the warehouse</a:t>
            </a:r>
            <a:endParaRPr lang="en" sz="2000">
              <a:solidFill>
                <a:schemeClr val="tx1"/>
              </a:solidFill>
              <a:latin typeface="Aptos"/>
              <a:cs typeface="Arial"/>
            </a:endParaRPr>
          </a:p>
        </p:txBody>
      </p:sp>
      <p:sp>
        <p:nvSpPr>
          <p:cNvPr id="14" name="Rectangle 13">
            <a:extLst>
              <a:ext uri="{FF2B5EF4-FFF2-40B4-BE49-F238E27FC236}">
                <a16:creationId xmlns:a16="http://schemas.microsoft.com/office/drawing/2014/main" id="{A7B6E422-15EC-7845-5481-696498DA3C29}"/>
              </a:ext>
            </a:extLst>
          </p:cNvPr>
          <p:cNvSpPr/>
          <p:nvPr/>
        </p:nvSpPr>
        <p:spPr>
          <a:xfrm>
            <a:off x="-26891" y="0"/>
            <a:ext cx="5079529" cy="68533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39D3209-F965-CEA3-7318-4F7FC18398C3}"/>
              </a:ext>
            </a:extLst>
          </p:cNvPr>
          <p:cNvSpPr txBox="1"/>
          <p:nvPr/>
        </p:nvSpPr>
        <p:spPr>
          <a:xfrm>
            <a:off x="-28161" y="-5077"/>
            <a:ext cx="1220434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800" b="1" dirty="0">
                <a:ea typeface="Calibri"/>
                <a:cs typeface="Calibri"/>
              </a:rPr>
              <a:t>Data Quality - </a:t>
            </a:r>
            <a:r>
              <a:rPr lang="en-US" sz="4000" i="1" dirty="0">
                <a:ea typeface="Calibri"/>
                <a:cs typeface="Calibri"/>
              </a:rPr>
              <a:t>Summary</a:t>
            </a:r>
          </a:p>
        </p:txBody>
      </p:sp>
      <p:sp>
        <p:nvSpPr>
          <p:cNvPr id="4" name="Rectangle 3">
            <a:extLst>
              <a:ext uri="{FF2B5EF4-FFF2-40B4-BE49-F238E27FC236}">
                <a16:creationId xmlns:a16="http://schemas.microsoft.com/office/drawing/2014/main" id="{2B56F0F6-D34B-334B-DFEF-E29CE7021EC1}"/>
              </a:ext>
            </a:extLst>
          </p:cNvPr>
          <p:cNvSpPr/>
          <p:nvPr/>
        </p:nvSpPr>
        <p:spPr>
          <a:xfrm>
            <a:off x="5051926" y="897709"/>
            <a:ext cx="1044071" cy="17921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7200" b="1" dirty="0">
                <a:solidFill>
                  <a:schemeClr val="tx1"/>
                </a:solidFill>
                <a:latin typeface="Calibri"/>
                <a:ea typeface="Calibri"/>
                <a:cs typeface="Calibri"/>
              </a:rPr>
              <a:t>E</a:t>
            </a:r>
            <a:endParaRPr lang="en-US" sz="7200" dirty="0">
              <a:solidFill>
                <a:schemeClr val="tx1"/>
              </a:solidFill>
              <a:latin typeface="Calibri"/>
              <a:ea typeface="Calibri"/>
              <a:cs typeface="Calibri"/>
            </a:endParaRPr>
          </a:p>
        </p:txBody>
      </p:sp>
      <p:sp>
        <p:nvSpPr>
          <p:cNvPr id="7" name="Rectangle 6">
            <a:extLst>
              <a:ext uri="{FF2B5EF4-FFF2-40B4-BE49-F238E27FC236}">
                <a16:creationId xmlns:a16="http://schemas.microsoft.com/office/drawing/2014/main" id="{DF8C2119-A554-9F66-961F-7F8D924B5F4C}"/>
              </a:ext>
            </a:extLst>
          </p:cNvPr>
          <p:cNvSpPr/>
          <p:nvPr/>
        </p:nvSpPr>
        <p:spPr>
          <a:xfrm>
            <a:off x="5051926" y="2893477"/>
            <a:ext cx="1044071" cy="17921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0" b="1" dirty="0">
                <a:solidFill>
                  <a:schemeClr val="tx1"/>
                </a:solidFill>
                <a:ea typeface="Calibri"/>
                <a:cs typeface="Calibri"/>
              </a:rPr>
              <a:t>T</a:t>
            </a:r>
          </a:p>
        </p:txBody>
      </p:sp>
      <p:sp>
        <p:nvSpPr>
          <p:cNvPr id="8" name="Rectangle 7">
            <a:extLst>
              <a:ext uri="{FF2B5EF4-FFF2-40B4-BE49-F238E27FC236}">
                <a16:creationId xmlns:a16="http://schemas.microsoft.com/office/drawing/2014/main" id="{FA5677C6-5417-7325-7F8E-6265C0EF1E25}"/>
              </a:ext>
            </a:extLst>
          </p:cNvPr>
          <p:cNvSpPr/>
          <p:nvPr/>
        </p:nvSpPr>
        <p:spPr>
          <a:xfrm>
            <a:off x="5051926" y="4860423"/>
            <a:ext cx="1044071" cy="179217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0" b="1" dirty="0">
                <a:solidFill>
                  <a:schemeClr val="tx1"/>
                </a:solidFill>
                <a:ea typeface="Calibri"/>
                <a:cs typeface="Calibri"/>
              </a:rPr>
              <a:t>L</a:t>
            </a:r>
            <a:endParaRPr lang="en-US" sz="4000" dirty="0">
              <a:solidFill>
                <a:schemeClr val="tx1"/>
              </a:solidFill>
            </a:endParaRPr>
          </a:p>
        </p:txBody>
      </p:sp>
      <p:pic>
        <p:nvPicPr>
          <p:cNvPr id="12" name="Picture 11">
            <a:extLst>
              <a:ext uri="{FF2B5EF4-FFF2-40B4-BE49-F238E27FC236}">
                <a16:creationId xmlns:a16="http://schemas.microsoft.com/office/drawing/2014/main" id="{F0F1144D-91BC-2F49-8E07-8BCDC8648AF3}"/>
              </a:ext>
            </a:extLst>
          </p:cNvPr>
          <p:cNvPicPr>
            <a:picLocks noChangeAspect="1"/>
          </p:cNvPicPr>
          <p:nvPr/>
        </p:nvPicPr>
        <p:blipFill>
          <a:blip r:embed="rId3"/>
          <a:stretch>
            <a:fillRect/>
          </a:stretch>
        </p:blipFill>
        <p:spPr>
          <a:xfrm>
            <a:off x="121034" y="1921975"/>
            <a:ext cx="4635297" cy="2938448"/>
          </a:xfrm>
          <a:prstGeom prst="rect">
            <a:avLst/>
          </a:prstGeom>
        </p:spPr>
      </p:pic>
    </p:spTree>
    <p:extLst>
      <p:ext uri="{BB962C8B-B14F-4D97-AF65-F5344CB8AC3E}">
        <p14:creationId xmlns:p14="http://schemas.microsoft.com/office/powerpoint/2010/main" val="3986819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88F8-99BA-BF0D-507D-A8F7F689C18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000FF8F-63E3-4A86-6069-51B02DA3D3D8}"/>
              </a:ext>
            </a:extLst>
          </p:cNvPr>
          <p:cNvSpPr/>
          <p:nvPr/>
        </p:nvSpPr>
        <p:spPr>
          <a:xfrm>
            <a:off x="204396" y="276961"/>
            <a:ext cx="11789020" cy="635920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 dirty="0">
              <a:solidFill>
                <a:schemeClr val="tx1"/>
              </a:solidFill>
            </a:endParaRPr>
          </a:p>
        </p:txBody>
      </p:sp>
      <p:sp>
        <p:nvSpPr>
          <p:cNvPr id="4" name="Rectangle 3">
            <a:extLst>
              <a:ext uri="{FF2B5EF4-FFF2-40B4-BE49-F238E27FC236}">
                <a16:creationId xmlns:a16="http://schemas.microsoft.com/office/drawing/2014/main" id="{C755D3FD-4106-9030-A7C6-43468AFE423D}"/>
              </a:ext>
            </a:extLst>
          </p:cNvPr>
          <p:cNvSpPr/>
          <p:nvPr/>
        </p:nvSpPr>
        <p:spPr>
          <a:xfrm>
            <a:off x="202187" y="2294896"/>
            <a:ext cx="11777977" cy="2262078"/>
          </a:xfrm>
          <a:prstGeom prst="rect">
            <a:avLst/>
          </a:prstGeom>
          <a:solidFill>
            <a:srgbClr val="94C5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 dirty="0">
              <a:solidFill>
                <a:schemeClr val="tx1"/>
              </a:solidFill>
            </a:endParaRPr>
          </a:p>
          <a:p>
            <a:pPr algn="ctr"/>
            <a:endParaRPr lang="en" dirty="0">
              <a:solidFill>
                <a:schemeClr val="tx1"/>
              </a:solidFill>
            </a:endParaRPr>
          </a:p>
        </p:txBody>
      </p:sp>
      <p:sp>
        <p:nvSpPr>
          <p:cNvPr id="8" name="TextBox 7">
            <a:extLst>
              <a:ext uri="{FF2B5EF4-FFF2-40B4-BE49-F238E27FC236}">
                <a16:creationId xmlns:a16="http://schemas.microsoft.com/office/drawing/2014/main" id="{B7A4943A-89D1-E0D7-BDC4-8F16A18E19C8}"/>
              </a:ext>
            </a:extLst>
          </p:cNvPr>
          <p:cNvSpPr txBox="1"/>
          <p:nvPr/>
        </p:nvSpPr>
        <p:spPr>
          <a:xfrm>
            <a:off x="189496" y="2998310"/>
            <a:ext cx="11787046" cy="923330"/>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 sz="5400" b="1" dirty="0"/>
              <a:t>Questions?</a:t>
            </a:r>
          </a:p>
        </p:txBody>
      </p:sp>
    </p:spTree>
    <p:extLst>
      <p:ext uri="{BB962C8B-B14F-4D97-AF65-F5344CB8AC3E}">
        <p14:creationId xmlns:p14="http://schemas.microsoft.com/office/powerpoint/2010/main" val="7616956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26</TotalTime>
  <Words>2324</Words>
  <Application>Microsoft Office PowerPoint</Application>
  <PresentationFormat>Widescreen</PresentationFormat>
  <Paragraphs>228</Paragraphs>
  <Slides>11</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Aptos</vt:lpstr>
      <vt:lpstr>Aptos Display</vt:lpstr>
      <vt:lpstr>Arial</vt:lpstr>
      <vt:lpstr>Arial,Sans-Serif</vt:lpstr>
      <vt:lpstr>Calibri</vt:lpstr>
      <vt:lpstr>Consolas</vt:lpstr>
      <vt:lpstr>Wingdings</vt:lpstr>
      <vt:lpstr>office theme</vt:lpstr>
      <vt:lpstr>PowerPoint Presentation</vt:lpstr>
      <vt:lpstr>PowerPoint Presentation</vt:lpstr>
      <vt:lpstr>Report requirements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Nam Anh Nguyen Le</cp:lastModifiedBy>
  <cp:revision>1371</cp:revision>
  <dcterms:created xsi:type="dcterms:W3CDTF">2025-05-23T01:18:23Z</dcterms:created>
  <dcterms:modified xsi:type="dcterms:W3CDTF">2025-05-27T08:38:49Z</dcterms:modified>
</cp:coreProperties>
</file>